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65" d="100"/>
          <a:sy n="65" d="100"/>
        </p:scale>
        <p:origin x="96" y="9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C5FDE3-EC48-4037-96A8-DF613CB0AEFD}"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0AE5D56A-360D-400F-99D3-258A5546B058}">
      <dgm:prSet phldrT="[Text]" phldr="0"/>
      <dgm:spPr/>
      <dgm:t>
        <a:bodyPr/>
        <a:lstStyle/>
        <a:p>
          <a:r>
            <a:rPr lang="en-US" dirty="0"/>
            <a:t>Plan</a:t>
          </a:r>
        </a:p>
      </dgm:t>
    </dgm:pt>
    <dgm:pt modelId="{80B497A0-0D28-45F9-A1BD-50987BFF0E5E}" type="parTrans" cxnId="{80D66DC1-E7E8-4A04-A672-0916A7EA0B09}">
      <dgm:prSet/>
      <dgm:spPr/>
      <dgm:t>
        <a:bodyPr/>
        <a:lstStyle/>
        <a:p>
          <a:endParaRPr lang="en-US"/>
        </a:p>
      </dgm:t>
    </dgm:pt>
    <dgm:pt modelId="{836D02FB-0511-4E5A-B6D9-F1F058BCE0D1}" type="sibTrans" cxnId="{80D66DC1-E7E8-4A04-A672-0916A7EA0B09}">
      <dgm:prSet/>
      <dgm:spPr/>
      <dgm:t>
        <a:bodyPr/>
        <a:lstStyle/>
        <a:p>
          <a:endParaRPr lang="en-US"/>
        </a:p>
      </dgm:t>
    </dgm:pt>
    <dgm:pt modelId="{36931960-91B8-4E0B-B280-CE48AA1B3EBB}">
      <dgm:prSet phldrT="[Text]" phldr="0"/>
      <dgm:spPr/>
      <dgm:t>
        <a:bodyPr/>
        <a:lstStyle/>
        <a:p>
          <a:r>
            <a:rPr lang="en-US" dirty="0"/>
            <a:t>Build</a:t>
          </a:r>
        </a:p>
      </dgm:t>
    </dgm:pt>
    <dgm:pt modelId="{7F888B51-44F3-444E-BEAA-2F94799DADE3}" type="parTrans" cxnId="{7B400239-6954-47AA-B160-CFFC35028F34}">
      <dgm:prSet/>
      <dgm:spPr/>
      <dgm:t>
        <a:bodyPr/>
        <a:lstStyle/>
        <a:p>
          <a:endParaRPr lang="en-US"/>
        </a:p>
      </dgm:t>
    </dgm:pt>
    <dgm:pt modelId="{2B06695F-EAF0-4810-9185-B0317BB53EE9}" type="sibTrans" cxnId="{7B400239-6954-47AA-B160-CFFC35028F34}">
      <dgm:prSet/>
      <dgm:spPr/>
      <dgm:t>
        <a:bodyPr/>
        <a:lstStyle/>
        <a:p>
          <a:endParaRPr lang="en-US"/>
        </a:p>
      </dgm:t>
    </dgm:pt>
    <dgm:pt modelId="{148F1C15-48C6-4650-BA0B-4C4B10A8294D}">
      <dgm:prSet phldrT="[Text]" phldr="0"/>
      <dgm:spPr/>
      <dgm:t>
        <a:bodyPr/>
        <a:lstStyle/>
        <a:p>
          <a:r>
            <a:rPr lang="en-US" dirty="0"/>
            <a:t>Test</a:t>
          </a:r>
        </a:p>
      </dgm:t>
    </dgm:pt>
    <dgm:pt modelId="{0051E062-A5A4-471D-9C56-D6BCA16EC3F6}" type="parTrans" cxnId="{40AD4137-E1C7-4255-90F5-0EAD09F3696E}">
      <dgm:prSet/>
      <dgm:spPr/>
      <dgm:t>
        <a:bodyPr/>
        <a:lstStyle/>
        <a:p>
          <a:endParaRPr lang="en-US"/>
        </a:p>
      </dgm:t>
    </dgm:pt>
    <dgm:pt modelId="{7F3F6685-C24F-413A-9171-7FD8D0227F22}" type="sibTrans" cxnId="{40AD4137-E1C7-4255-90F5-0EAD09F3696E}">
      <dgm:prSet/>
      <dgm:spPr/>
      <dgm:t>
        <a:bodyPr/>
        <a:lstStyle/>
        <a:p>
          <a:endParaRPr lang="en-US"/>
        </a:p>
      </dgm:t>
    </dgm:pt>
    <dgm:pt modelId="{43CAD78B-A87F-4AE5-AC40-44A2F3C26995}">
      <dgm:prSet phldrT="[Text]" phldr="0"/>
      <dgm:spPr/>
      <dgm:t>
        <a:bodyPr/>
        <a:lstStyle/>
        <a:p>
          <a:r>
            <a:rPr lang="en-US" dirty="0"/>
            <a:t>Review</a:t>
          </a:r>
        </a:p>
      </dgm:t>
    </dgm:pt>
    <dgm:pt modelId="{FAD66486-D453-470F-AD69-7798E21885C3}" type="parTrans" cxnId="{94786EDF-A283-4A93-B027-6849842674C8}">
      <dgm:prSet/>
      <dgm:spPr/>
      <dgm:t>
        <a:bodyPr/>
        <a:lstStyle/>
        <a:p>
          <a:endParaRPr lang="en-US"/>
        </a:p>
      </dgm:t>
    </dgm:pt>
    <dgm:pt modelId="{A81FF6F3-571B-4619-BD5F-BBD8229E0122}" type="sibTrans" cxnId="{94786EDF-A283-4A93-B027-6849842674C8}">
      <dgm:prSet/>
      <dgm:spPr/>
      <dgm:t>
        <a:bodyPr/>
        <a:lstStyle/>
        <a:p>
          <a:endParaRPr lang="en-US"/>
        </a:p>
      </dgm:t>
    </dgm:pt>
    <dgm:pt modelId="{7E6B98DD-5B93-4B1F-85CA-DDBD65EB4EBD}">
      <dgm:prSet phldrT="[Text]" phldr="0"/>
      <dgm:spPr/>
      <dgm:t>
        <a:bodyPr/>
        <a:lstStyle/>
        <a:p>
          <a:r>
            <a:rPr lang="en-US" dirty="0"/>
            <a:t>Repeat</a:t>
          </a:r>
        </a:p>
      </dgm:t>
    </dgm:pt>
    <dgm:pt modelId="{B26A7C89-E7B3-40EF-8F7F-8D0665AA7922}" type="parTrans" cxnId="{9CF092E7-8E8B-488F-9E59-9A4E2D43F34F}">
      <dgm:prSet/>
      <dgm:spPr/>
      <dgm:t>
        <a:bodyPr/>
        <a:lstStyle/>
        <a:p>
          <a:endParaRPr lang="en-US"/>
        </a:p>
      </dgm:t>
    </dgm:pt>
    <dgm:pt modelId="{3C0220F6-20EA-4319-B4F2-406D2ED12ABC}" type="sibTrans" cxnId="{9CF092E7-8E8B-488F-9E59-9A4E2D43F34F}">
      <dgm:prSet/>
      <dgm:spPr/>
      <dgm:t>
        <a:bodyPr/>
        <a:lstStyle/>
        <a:p>
          <a:endParaRPr lang="en-US"/>
        </a:p>
      </dgm:t>
    </dgm:pt>
    <dgm:pt modelId="{F8A2951C-80F1-479B-A6A5-AA270BCCBB05}" type="pres">
      <dgm:prSet presAssocID="{BDC5FDE3-EC48-4037-96A8-DF613CB0AEFD}" presName="Name0" presStyleCnt="0">
        <dgm:presLayoutVars>
          <dgm:dir/>
          <dgm:resizeHandles val="exact"/>
        </dgm:presLayoutVars>
      </dgm:prSet>
      <dgm:spPr/>
    </dgm:pt>
    <dgm:pt modelId="{F8C8EE29-FBB4-44DD-8152-329A32B8401C}" type="pres">
      <dgm:prSet presAssocID="{BDC5FDE3-EC48-4037-96A8-DF613CB0AEFD}" presName="cycle" presStyleCnt="0"/>
      <dgm:spPr/>
    </dgm:pt>
    <dgm:pt modelId="{A87F3164-FA3A-4DEB-AF3E-D189C8AB7A96}" type="pres">
      <dgm:prSet presAssocID="{0AE5D56A-360D-400F-99D3-258A5546B058}" presName="nodeFirstNode" presStyleLbl="node1" presStyleIdx="0" presStyleCnt="5">
        <dgm:presLayoutVars>
          <dgm:bulletEnabled val="1"/>
        </dgm:presLayoutVars>
      </dgm:prSet>
      <dgm:spPr/>
    </dgm:pt>
    <dgm:pt modelId="{AEF6B2EB-FCAF-4972-8157-58D07441FA82}" type="pres">
      <dgm:prSet presAssocID="{836D02FB-0511-4E5A-B6D9-F1F058BCE0D1}" presName="sibTransFirstNode" presStyleLbl="bgShp" presStyleIdx="0" presStyleCnt="1"/>
      <dgm:spPr/>
    </dgm:pt>
    <dgm:pt modelId="{642E08D1-5023-4890-9951-6BFD472DAA5A}" type="pres">
      <dgm:prSet presAssocID="{36931960-91B8-4E0B-B280-CE48AA1B3EBB}" presName="nodeFollowingNodes" presStyleLbl="node1" presStyleIdx="1" presStyleCnt="5">
        <dgm:presLayoutVars>
          <dgm:bulletEnabled val="1"/>
        </dgm:presLayoutVars>
      </dgm:prSet>
      <dgm:spPr/>
    </dgm:pt>
    <dgm:pt modelId="{CCA25DBB-6985-4C81-97FF-813D4F0CA128}" type="pres">
      <dgm:prSet presAssocID="{148F1C15-48C6-4650-BA0B-4C4B10A8294D}" presName="nodeFollowingNodes" presStyleLbl="node1" presStyleIdx="2" presStyleCnt="5">
        <dgm:presLayoutVars>
          <dgm:bulletEnabled val="1"/>
        </dgm:presLayoutVars>
      </dgm:prSet>
      <dgm:spPr/>
    </dgm:pt>
    <dgm:pt modelId="{A69EE19C-ACAE-4474-A70A-0A401AAD0245}" type="pres">
      <dgm:prSet presAssocID="{43CAD78B-A87F-4AE5-AC40-44A2F3C26995}" presName="nodeFollowingNodes" presStyleLbl="node1" presStyleIdx="3" presStyleCnt="5">
        <dgm:presLayoutVars>
          <dgm:bulletEnabled val="1"/>
        </dgm:presLayoutVars>
      </dgm:prSet>
      <dgm:spPr/>
    </dgm:pt>
    <dgm:pt modelId="{E9234E4F-4764-40C1-90E6-A7AE52DA53A1}" type="pres">
      <dgm:prSet presAssocID="{7E6B98DD-5B93-4B1F-85CA-DDBD65EB4EBD}" presName="nodeFollowingNodes" presStyleLbl="node1" presStyleIdx="4" presStyleCnt="5">
        <dgm:presLayoutVars>
          <dgm:bulletEnabled val="1"/>
        </dgm:presLayoutVars>
      </dgm:prSet>
      <dgm:spPr/>
    </dgm:pt>
  </dgm:ptLst>
  <dgm:cxnLst>
    <dgm:cxn modelId="{F9447916-F8E5-4AC3-A79E-25F1CB82A4C0}" type="presOf" srcId="{836D02FB-0511-4E5A-B6D9-F1F058BCE0D1}" destId="{AEF6B2EB-FCAF-4972-8157-58D07441FA82}" srcOrd="0" destOrd="0" presId="urn:microsoft.com/office/officeart/2005/8/layout/cycle3"/>
    <dgm:cxn modelId="{81690918-3DC9-4991-9048-F49C05C11A93}" type="presOf" srcId="{43CAD78B-A87F-4AE5-AC40-44A2F3C26995}" destId="{A69EE19C-ACAE-4474-A70A-0A401AAD0245}" srcOrd="0" destOrd="0" presId="urn:microsoft.com/office/officeart/2005/8/layout/cycle3"/>
    <dgm:cxn modelId="{40AD4137-E1C7-4255-90F5-0EAD09F3696E}" srcId="{BDC5FDE3-EC48-4037-96A8-DF613CB0AEFD}" destId="{148F1C15-48C6-4650-BA0B-4C4B10A8294D}" srcOrd="2" destOrd="0" parTransId="{0051E062-A5A4-471D-9C56-D6BCA16EC3F6}" sibTransId="{7F3F6685-C24F-413A-9171-7FD8D0227F22}"/>
    <dgm:cxn modelId="{7B400239-6954-47AA-B160-CFFC35028F34}" srcId="{BDC5FDE3-EC48-4037-96A8-DF613CB0AEFD}" destId="{36931960-91B8-4E0B-B280-CE48AA1B3EBB}" srcOrd="1" destOrd="0" parTransId="{7F888B51-44F3-444E-BEAA-2F94799DADE3}" sibTransId="{2B06695F-EAF0-4810-9185-B0317BB53EE9}"/>
    <dgm:cxn modelId="{CC037A5F-BFEE-494E-BA3C-F7BA7B1FF186}" type="presOf" srcId="{0AE5D56A-360D-400F-99D3-258A5546B058}" destId="{A87F3164-FA3A-4DEB-AF3E-D189C8AB7A96}" srcOrd="0" destOrd="0" presId="urn:microsoft.com/office/officeart/2005/8/layout/cycle3"/>
    <dgm:cxn modelId="{17E07BBE-2222-4F2D-9B37-2A0FBA2BB70E}" type="presOf" srcId="{7E6B98DD-5B93-4B1F-85CA-DDBD65EB4EBD}" destId="{E9234E4F-4764-40C1-90E6-A7AE52DA53A1}" srcOrd="0" destOrd="0" presId="urn:microsoft.com/office/officeart/2005/8/layout/cycle3"/>
    <dgm:cxn modelId="{9B42DBBE-3C0B-4F13-905E-02AF1AC0B479}" type="presOf" srcId="{148F1C15-48C6-4650-BA0B-4C4B10A8294D}" destId="{CCA25DBB-6985-4C81-97FF-813D4F0CA128}" srcOrd="0" destOrd="0" presId="urn:microsoft.com/office/officeart/2005/8/layout/cycle3"/>
    <dgm:cxn modelId="{80D66DC1-E7E8-4A04-A672-0916A7EA0B09}" srcId="{BDC5FDE3-EC48-4037-96A8-DF613CB0AEFD}" destId="{0AE5D56A-360D-400F-99D3-258A5546B058}" srcOrd="0" destOrd="0" parTransId="{80B497A0-0D28-45F9-A1BD-50987BFF0E5E}" sibTransId="{836D02FB-0511-4E5A-B6D9-F1F058BCE0D1}"/>
    <dgm:cxn modelId="{3FE103CE-59DE-4EE2-A5B2-4D2BC02267DA}" type="presOf" srcId="{36931960-91B8-4E0B-B280-CE48AA1B3EBB}" destId="{642E08D1-5023-4890-9951-6BFD472DAA5A}" srcOrd="0" destOrd="0" presId="urn:microsoft.com/office/officeart/2005/8/layout/cycle3"/>
    <dgm:cxn modelId="{94786EDF-A283-4A93-B027-6849842674C8}" srcId="{BDC5FDE3-EC48-4037-96A8-DF613CB0AEFD}" destId="{43CAD78B-A87F-4AE5-AC40-44A2F3C26995}" srcOrd="3" destOrd="0" parTransId="{FAD66486-D453-470F-AD69-7798E21885C3}" sibTransId="{A81FF6F3-571B-4619-BD5F-BBD8229E0122}"/>
    <dgm:cxn modelId="{9CF092E7-8E8B-488F-9E59-9A4E2D43F34F}" srcId="{BDC5FDE3-EC48-4037-96A8-DF613CB0AEFD}" destId="{7E6B98DD-5B93-4B1F-85CA-DDBD65EB4EBD}" srcOrd="4" destOrd="0" parTransId="{B26A7C89-E7B3-40EF-8F7F-8D0665AA7922}" sibTransId="{3C0220F6-20EA-4319-B4F2-406D2ED12ABC}"/>
    <dgm:cxn modelId="{1EBA74E8-B0F3-49C0-B05B-F0C40A7DCB96}" type="presOf" srcId="{BDC5FDE3-EC48-4037-96A8-DF613CB0AEFD}" destId="{F8A2951C-80F1-479B-A6A5-AA270BCCBB05}" srcOrd="0" destOrd="0" presId="urn:microsoft.com/office/officeart/2005/8/layout/cycle3"/>
    <dgm:cxn modelId="{349BCC64-32EF-44E8-95C8-A734F3741BEF}" type="presParOf" srcId="{F8A2951C-80F1-479B-A6A5-AA270BCCBB05}" destId="{F8C8EE29-FBB4-44DD-8152-329A32B8401C}" srcOrd="0" destOrd="0" presId="urn:microsoft.com/office/officeart/2005/8/layout/cycle3"/>
    <dgm:cxn modelId="{C8E2F5F3-751B-48E4-A905-558CFDEA6F1C}" type="presParOf" srcId="{F8C8EE29-FBB4-44DD-8152-329A32B8401C}" destId="{A87F3164-FA3A-4DEB-AF3E-D189C8AB7A96}" srcOrd="0" destOrd="0" presId="urn:microsoft.com/office/officeart/2005/8/layout/cycle3"/>
    <dgm:cxn modelId="{3E9F9DD0-2009-4B29-9D42-85A7311D549D}" type="presParOf" srcId="{F8C8EE29-FBB4-44DD-8152-329A32B8401C}" destId="{AEF6B2EB-FCAF-4972-8157-58D07441FA82}" srcOrd="1" destOrd="0" presId="urn:microsoft.com/office/officeart/2005/8/layout/cycle3"/>
    <dgm:cxn modelId="{4AD6A1C8-8F1E-4584-B2C7-1446C5369BA1}" type="presParOf" srcId="{F8C8EE29-FBB4-44DD-8152-329A32B8401C}" destId="{642E08D1-5023-4890-9951-6BFD472DAA5A}" srcOrd="2" destOrd="0" presId="urn:microsoft.com/office/officeart/2005/8/layout/cycle3"/>
    <dgm:cxn modelId="{B80E6DF5-698A-430E-9A7A-D813C35E9C2D}" type="presParOf" srcId="{F8C8EE29-FBB4-44DD-8152-329A32B8401C}" destId="{CCA25DBB-6985-4C81-97FF-813D4F0CA128}" srcOrd="3" destOrd="0" presId="urn:microsoft.com/office/officeart/2005/8/layout/cycle3"/>
    <dgm:cxn modelId="{FD34A7D8-6066-4143-8809-4BB241051195}" type="presParOf" srcId="{F8C8EE29-FBB4-44DD-8152-329A32B8401C}" destId="{A69EE19C-ACAE-4474-A70A-0A401AAD0245}" srcOrd="4" destOrd="0" presId="urn:microsoft.com/office/officeart/2005/8/layout/cycle3"/>
    <dgm:cxn modelId="{0BA5000A-9AFE-42B0-8712-C843F17CBCF1}" type="presParOf" srcId="{F8C8EE29-FBB4-44DD-8152-329A32B8401C}" destId="{E9234E4F-4764-40C1-90E6-A7AE52DA53A1}" srcOrd="5"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8E6FDB-AADC-4A03-9AFB-6C771883E1A6}"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US"/>
        </a:p>
      </dgm:t>
    </dgm:pt>
    <dgm:pt modelId="{E85DAB70-306B-4E26-8240-DD4E2C931280}">
      <dgm:prSet phldrT="[Text]"/>
      <dgm:spPr/>
      <dgm:t>
        <a:bodyPr/>
        <a:lstStyle/>
        <a:p>
          <a:r>
            <a:rPr lang="en-US" dirty="0"/>
            <a:t>Linear </a:t>
          </a:r>
          <a:r>
            <a:rPr lang="en-US"/>
            <a:t>and rigid</a:t>
          </a:r>
          <a:endParaRPr lang="en-US" dirty="0"/>
        </a:p>
      </dgm:t>
    </dgm:pt>
    <dgm:pt modelId="{8243E93B-FBAC-4309-9AEF-263C4A0EB4F7}" type="parTrans" cxnId="{66888F00-65B9-4663-8859-213B5D911863}">
      <dgm:prSet/>
      <dgm:spPr/>
      <dgm:t>
        <a:bodyPr/>
        <a:lstStyle/>
        <a:p>
          <a:endParaRPr lang="en-US"/>
        </a:p>
      </dgm:t>
    </dgm:pt>
    <dgm:pt modelId="{67468FC4-E4DA-4A69-B450-35C1B9BD2A4B}" type="sibTrans" cxnId="{66888F00-65B9-4663-8859-213B5D911863}">
      <dgm:prSet/>
      <dgm:spPr/>
      <dgm:t>
        <a:bodyPr/>
        <a:lstStyle/>
        <a:p>
          <a:endParaRPr lang="en-US"/>
        </a:p>
      </dgm:t>
    </dgm:pt>
    <dgm:pt modelId="{FFC741DA-917F-4181-8D5A-F3835DF1BE61}">
      <dgm:prSet phldrT="[Text]"/>
      <dgm:spPr/>
      <dgm:t>
        <a:bodyPr/>
        <a:lstStyle/>
        <a:p>
          <a:r>
            <a:rPr lang="en-US" dirty="0"/>
            <a:t>Feedback comes late</a:t>
          </a:r>
        </a:p>
      </dgm:t>
    </dgm:pt>
    <dgm:pt modelId="{7A9D4EAD-F285-451B-B0C0-83CC4C590D74}" type="parTrans" cxnId="{12231D26-A478-449E-BA29-CF44D1B31B22}">
      <dgm:prSet/>
      <dgm:spPr/>
      <dgm:t>
        <a:bodyPr/>
        <a:lstStyle/>
        <a:p>
          <a:endParaRPr lang="en-US"/>
        </a:p>
      </dgm:t>
    </dgm:pt>
    <dgm:pt modelId="{A19CCA55-E34A-4D4D-BB62-AA66D1331636}" type="sibTrans" cxnId="{12231D26-A478-449E-BA29-CF44D1B31B22}">
      <dgm:prSet/>
      <dgm:spPr/>
      <dgm:t>
        <a:bodyPr/>
        <a:lstStyle/>
        <a:p>
          <a:endParaRPr lang="en-US"/>
        </a:p>
      </dgm:t>
    </dgm:pt>
    <dgm:pt modelId="{EA14BA4E-C420-40BD-8674-003D0A73D18F}">
      <dgm:prSet phldrT="[Text]"/>
      <dgm:spPr/>
      <dgm:t>
        <a:bodyPr/>
        <a:lstStyle/>
        <a:p>
          <a:r>
            <a:rPr lang="en-US" dirty="0"/>
            <a:t>Hard to adapt to change</a:t>
          </a:r>
        </a:p>
      </dgm:t>
    </dgm:pt>
    <dgm:pt modelId="{62E030E8-9043-4A66-AE32-268803C68909}" type="parTrans" cxnId="{D0C4B459-4AAA-4850-A418-066E4E643494}">
      <dgm:prSet/>
      <dgm:spPr/>
      <dgm:t>
        <a:bodyPr/>
        <a:lstStyle/>
        <a:p>
          <a:endParaRPr lang="en-US"/>
        </a:p>
      </dgm:t>
    </dgm:pt>
    <dgm:pt modelId="{153F1D3E-F7E2-46B0-B7DA-4A1CDEDE65BF}" type="sibTrans" cxnId="{D0C4B459-4AAA-4850-A418-066E4E643494}">
      <dgm:prSet/>
      <dgm:spPr/>
      <dgm:t>
        <a:bodyPr/>
        <a:lstStyle/>
        <a:p>
          <a:endParaRPr lang="en-US"/>
        </a:p>
      </dgm:t>
    </dgm:pt>
    <dgm:pt modelId="{42160970-F081-43B7-A42F-7532DF9812C6}" type="pres">
      <dgm:prSet presAssocID="{048E6FDB-AADC-4A03-9AFB-6C771883E1A6}" presName="rootnode" presStyleCnt="0">
        <dgm:presLayoutVars>
          <dgm:chMax/>
          <dgm:chPref/>
          <dgm:dir/>
          <dgm:animLvl val="lvl"/>
        </dgm:presLayoutVars>
      </dgm:prSet>
      <dgm:spPr/>
    </dgm:pt>
    <dgm:pt modelId="{F2B9B12D-0CAB-4AD7-AC3C-88E6CA8A6915}" type="pres">
      <dgm:prSet presAssocID="{E85DAB70-306B-4E26-8240-DD4E2C931280}" presName="composite" presStyleCnt="0"/>
      <dgm:spPr/>
    </dgm:pt>
    <dgm:pt modelId="{2B976434-6285-4508-A9D6-D84DB57D66E5}" type="pres">
      <dgm:prSet presAssocID="{E85DAB70-306B-4E26-8240-DD4E2C931280}" presName="bentUpArrow1" presStyleLbl="alignImgPlace1" presStyleIdx="0" presStyleCnt="2"/>
      <dgm:spPr/>
    </dgm:pt>
    <dgm:pt modelId="{D2EB19FD-E498-4C0F-A42A-E1323B4C645D}" type="pres">
      <dgm:prSet presAssocID="{E85DAB70-306B-4E26-8240-DD4E2C931280}" presName="ParentText" presStyleLbl="node1" presStyleIdx="0" presStyleCnt="3">
        <dgm:presLayoutVars>
          <dgm:chMax val="1"/>
          <dgm:chPref val="1"/>
          <dgm:bulletEnabled val="1"/>
        </dgm:presLayoutVars>
      </dgm:prSet>
      <dgm:spPr/>
    </dgm:pt>
    <dgm:pt modelId="{92CA26B0-7C2A-48F5-84D7-9786EE79BEC6}" type="pres">
      <dgm:prSet presAssocID="{E85DAB70-306B-4E26-8240-DD4E2C931280}" presName="ChildText" presStyleLbl="revTx" presStyleIdx="0" presStyleCnt="2">
        <dgm:presLayoutVars>
          <dgm:chMax val="0"/>
          <dgm:chPref val="0"/>
          <dgm:bulletEnabled val="1"/>
        </dgm:presLayoutVars>
      </dgm:prSet>
      <dgm:spPr/>
    </dgm:pt>
    <dgm:pt modelId="{20D490CA-A285-402E-B34B-BF648C572CF5}" type="pres">
      <dgm:prSet presAssocID="{67468FC4-E4DA-4A69-B450-35C1B9BD2A4B}" presName="sibTrans" presStyleCnt="0"/>
      <dgm:spPr/>
    </dgm:pt>
    <dgm:pt modelId="{2F020647-C8AB-4A29-B3B0-19D28A08073E}" type="pres">
      <dgm:prSet presAssocID="{FFC741DA-917F-4181-8D5A-F3835DF1BE61}" presName="composite" presStyleCnt="0"/>
      <dgm:spPr/>
    </dgm:pt>
    <dgm:pt modelId="{CC2DA2B6-2ED8-4C02-8005-3EECA2A3AB0C}" type="pres">
      <dgm:prSet presAssocID="{FFC741DA-917F-4181-8D5A-F3835DF1BE61}" presName="bentUpArrow1" presStyleLbl="alignImgPlace1" presStyleIdx="1" presStyleCnt="2"/>
      <dgm:spPr/>
    </dgm:pt>
    <dgm:pt modelId="{71B942DD-3970-4F65-8F30-462F45A7FED5}" type="pres">
      <dgm:prSet presAssocID="{FFC741DA-917F-4181-8D5A-F3835DF1BE61}" presName="ParentText" presStyleLbl="node1" presStyleIdx="1" presStyleCnt="3">
        <dgm:presLayoutVars>
          <dgm:chMax val="1"/>
          <dgm:chPref val="1"/>
          <dgm:bulletEnabled val="1"/>
        </dgm:presLayoutVars>
      </dgm:prSet>
      <dgm:spPr/>
    </dgm:pt>
    <dgm:pt modelId="{3A470B66-B518-4633-960A-14AE956C41F3}" type="pres">
      <dgm:prSet presAssocID="{FFC741DA-917F-4181-8D5A-F3835DF1BE61}" presName="ChildText" presStyleLbl="revTx" presStyleIdx="1" presStyleCnt="2">
        <dgm:presLayoutVars>
          <dgm:chMax val="0"/>
          <dgm:chPref val="0"/>
          <dgm:bulletEnabled val="1"/>
        </dgm:presLayoutVars>
      </dgm:prSet>
      <dgm:spPr/>
    </dgm:pt>
    <dgm:pt modelId="{3081F8E4-B125-4ECE-BA09-EFA3CBC9EF34}" type="pres">
      <dgm:prSet presAssocID="{A19CCA55-E34A-4D4D-BB62-AA66D1331636}" presName="sibTrans" presStyleCnt="0"/>
      <dgm:spPr/>
    </dgm:pt>
    <dgm:pt modelId="{B9B03647-376F-4AC0-A466-13F069535583}" type="pres">
      <dgm:prSet presAssocID="{EA14BA4E-C420-40BD-8674-003D0A73D18F}" presName="composite" presStyleCnt="0"/>
      <dgm:spPr/>
    </dgm:pt>
    <dgm:pt modelId="{54B7FCCC-5E99-4060-A0F6-D3C9FBF7464F}" type="pres">
      <dgm:prSet presAssocID="{EA14BA4E-C420-40BD-8674-003D0A73D18F}" presName="ParentText" presStyleLbl="node1" presStyleIdx="2" presStyleCnt="3">
        <dgm:presLayoutVars>
          <dgm:chMax val="1"/>
          <dgm:chPref val="1"/>
          <dgm:bulletEnabled val="1"/>
        </dgm:presLayoutVars>
      </dgm:prSet>
      <dgm:spPr/>
    </dgm:pt>
  </dgm:ptLst>
  <dgm:cxnLst>
    <dgm:cxn modelId="{66888F00-65B9-4663-8859-213B5D911863}" srcId="{048E6FDB-AADC-4A03-9AFB-6C771883E1A6}" destId="{E85DAB70-306B-4E26-8240-DD4E2C931280}" srcOrd="0" destOrd="0" parTransId="{8243E93B-FBAC-4309-9AEF-263C4A0EB4F7}" sibTransId="{67468FC4-E4DA-4A69-B450-35C1B9BD2A4B}"/>
    <dgm:cxn modelId="{12231D26-A478-449E-BA29-CF44D1B31B22}" srcId="{048E6FDB-AADC-4A03-9AFB-6C771883E1A6}" destId="{FFC741DA-917F-4181-8D5A-F3835DF1BE61}" srcOrd="1" destOrd="0" parTransId="{7A9D4EAD-F285-451B-B0C0-83CC4C590D74}" sibTransId="{A19CCA55-E34A-4D4D-BB62-AA66D1331636}"/>
    <dgm:cxn modelId="{60AB1E61-0CCE-47B5-8470-AC82D6557D69}" type="presOf" srcId="{FFC741DA-917F-4181-8D5A-F3835DF1BE61}" destId="{71B942DD-3970-4F65-8F30-462F45A7FED5}" srcOrd="0" destOrd="0" presId="urn:microsoft.com/office/officeart/2005/8/layout/StepDownProcess"/>
    <dgm:cxn modelId="{CB2CA36C-36E0-4125-BB2B-DC9C5188E7E2}" type="presOf" srcId="{EA14BA4E-C420-40BD-8674-003D0A73D18F}" destId="{54B7FCCC-5E99-4060-A0F6-D3C9FBF7464F}" srcOrd="0" destOrd="0" presId="urn:microsoft.com/office/officeart/2005/8/layout/StepDownProcess"/>
    <dgm:cxn modelId="{D0C4B459-4AAA-4850-A418-066E4E643494}" srcId="{048E6FDB-AADC-4A03-9AFB-6C771883E1A6}" destId="{EA14BA4E-C420-40BD-8674-003D0A73D18F}" srcOrd="2" destOrd="0" parTransId="{62E030E8-9043-4A66-AE32-268803C68909}" sibTransId="{153F1D3E-F7E2-46B0-B7DA-4A1CDEDE65BF}"/>
    <dgm:cxn modelId="{667AB5B0-D6A5-4DC4-AB86-5B4C71015692}" type="presOf" srcId="{048E6FDB-AADC-4A03-9AFB-6C771883E1A6}" destId="{42160970-F081-43B7-A42F-7532DF9812C6}" srcOrd="0" destOrd="0" presId="urn:microsoft.com/office/officeart/2005/8/layout/StepDownProcess"/>
    <dgm:cxn modelId="{5EAA26D3-0755-4698-991C-9B34E7BF89CE}" type="presOf" srcId="{E85DAB70-306B-4E26-8240-DD4E2C931280}" destId="{D2EB19FD-E498-4C0F-A42A-E1323B4C645D}" srcOrd="0" destOrd="0" presId="urn:microsoft.com/office/officeart/2005/8/layout/StepDownProcess"/>
    <dgm:cxn modelId="{98FA8203-C777-4351-96EF-96300AFD7EF8}" type="presParOf" srcId="{42160970-F081-43B7-A42F-7532DF9812C6}" destId="{F2B9B12D-0CAB-4AD7-AC3C-88E6CA8A6915}" srcOrd="0" destOrd="0" presId="urn:microsoft.com/office/officeart/2005/8/layout/StepDownProcess"/>
    <dgm:cxn modelId="{177645C3-127B-4544-A8E1-8863015920C0}" type="presParOf" srcId="{F2B9B12D-0CAB-4AD7-AC3C-88E6CA8A6915}" destId="{2B976434-6285-4508-A9D6-D84DB57D66E5}" srcOrd="0" destOrd="0" presId="urn:microsoft.com/office/officeart/2005/8/layout/StepDownProcess"/>
    <dgm:cxn modelId="{08D4424B-A8B6-4571-BF61-A0B623CF445D}" type="presParOf" srcId="{F2B9B12D-0CAB-4AD7-AC3C-88E6CA8A6915}" destId="{D2EB19FD-E498-4C0F-A42A-E1323B4C645D}" srcOrd="1" destOrd="0" presId="urn:microsoft.com/office/officeart/2005/8/layout/StepDownProcess"/>
    <dgm:cxn modelId="{7916492C-9885-4CE1-A9B9-8A53064011EB}" type="presParOf" srcId="{F2B9B12D-0CAB-4AD7-AC3C-88E6CA8A6915}" destId="{92CA26B0-7C2A-48F5-84D7-9786EE79BEC6}" srcOrd="2" destOrd="0" presId="urn:microsoft.com/office/officeart/2005/8/layout/StepDownProcess"/>
    <dgm:cxn modelId="{BA440A18-C01D-48E9-B14A-E8D537C73832}" type="presParOf" srcId="{42160970-F081-43B7-A42F-7532DF9812C6}" destId="{20D490CA-A285-402E-B34B-BF648C572CF5}" srcOrd="1" destOrd="0" presId="urn:microsoft.com/office/officeart/2005/8/layout/StepDownProcess"/>
    <dgm:cxn modelId="{89778E2E-1E0E-414B-86CA-862245BA8281}" type="presParOf" srcId="{42160970-F081-43B7-A42F-7532DF9812C6}" destId="{2F020647-C8AB-4A29-B3B0-19D28A08073E}" srcOrd="2" destOrd="0" presId="urn:microsoft.com/office/officeart/2005/8/layout/StepDownProcess"/>
    <dgm:cxn modelId="{CB441771-2B3B-4AEA-BD14-AC82F8B19371}" type="presParOf" srcId="{2F020647-C8AB-4A29-B3B0-19D28A08073E}" destId="{CC2DA2B6-2ED8-4C02-8005-3EECA2A3AB0C}" srcOrd="0" destOrd="0" presId="urn:microsoft.com/office/officeart/2005/8/layout/StepDownProcess"/>
    <dgm:cxn modelId="{39A280DD-DD58-4019-B0C6-45AA19BDD784}" type="presParOf" srcId="{2F020647-C8AB-4A29-B3B0-19D28A08073E}" destId="{71B942DD-3970-4F65-8F30-462F45A7FED5}" srcOrd="1" destOrd="0" presId="urn:microsoft.com/office/officeart/2005/8/layout/StepDownProcess"/>
    <dgm:cxn modelId="{6C5EAD56-19CC-4579-91A1-13FDB18A1E8F}" type="presParOf" srcId="{2F020647-C8AB-4A29-B3B0-19D28A08073E}" destId="{3A470B66-B518-4633-960A-14AE956C41F3}" srcOrd="2" destOrd="0" presId="urn:microsoft.com/office/officeart/2005/8/layout/StepDownProcess"/>
    <dgm:cxn modelId="{3FC5A581-8467-4192-BB39-D45CF7143B18}" type="presParOf" srcId="{42160970-F081-43B7-A42F-7532DF9812C6}" destId="{3081F8E4-B125-4ECE-BA09-EFA3CBC9EF34}" srcOrd="3" destOrd="0" presId="urn:microsoft.com/office/officeart/2005/8/layout/StepDownProcess"/>
    <dgm:cxn modelId="{0369FF28-D629-4F02-B641-8ED59E501423}" type="presParOf" srcId="{42160970-F081-43B7-A42F-7532DF9812C6}" destId="{B9B03647-376F-4AC0-A466-13F069535583}" srcOrd="4" destOrd="0" presId="urn:microsoft.com/office/officeart/2005/8/layout/StepDownProcess"/>
    <dgm:cxn modelId="{F902D0B2-618C-4862-A54F-C304BABB4791}" type="presParOf" srcId="{B9B03647-376F-4AC0-A466-13F069535583}" destId="{54B7FCCC-5E99-4060-A0F6-D3C9FBF7464F}"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0CE6C8-699C-45E9-8717-E91B5DA5EBAE}" type="doc">
      <dgm:prSet loTypeId="urn:microsoft.com/office/officeart/2005/8/layout/cycle2" loCatId="cycle" qsTypeId="urn:microsoft.com/office/officeart/2009/2/quickstyle/3d8" qsCatId="3D" csTypeId="urn:microsoft.com/office/officeart/2005/8/colors/accent1_2" csCatId="accent1" phldr="1"/>
      <dgm:spPr/>
      <dgm:t>
        <a:bodyPr/>
        <a:lstStyle/>
        <a:p>
          <a:endParaRPr lang="en-US"/>
        </a:p>
      </dgm:t>
    </dgm:pt>
    <dgm:pt modelId="{279DF48C-1ECD-495A-A608-8D7971C9FA58}">
      <dgm:prSet phldrT="[Text]"/>
      <dgm:spPr/>
      <dgm:t>
        <a:bodyPr/>
        <a:lstStyle/>
        <a:p>
          <a:r>
            <a:rPr lang="en-US" dirty="0"/>
            <a:t>Iterative and flexible</a:t>
          </a:r>
        </a:p>
      </dgm:t>
    </dgm:pt>
    <dgm:pt modelId="{49692D57-8EA3-4CD0-A311-D408374B7BDE}" type="parTrans" cxnId="{77ECDDEB-F4AB-426D-9920-B7A77C4702E0}">
      <dgm:prSet/>
      <dgm:spPr/>
      <dgm:t>
        <a:bodyPr/>
        <a:lstStyle/>
        <a:p>
          <a:endParaRPr lang="en-US"/>
        </a:p>
      </dgm:t>
    </dgm:pt>
    <dgm:pt modelId="{4E9C2D38-5DE6-407F-9BA2-1E81C8534AD6}" type="sibTrans" cxnId="{77ECDDEB-F4AB-426D-9920-B7A77C4702E0}">
      <dgm:prSet/>
      <dgm:spPr/>
      <dgm:t>
        <a:bodyPr/>
        <a:lstStyle/>
        <a:p>
          <a:endParaRPr lang="en-US"/>
        </a:p>
      </dgm:t>
    </dgm:pt>
    <dgm:pt modelId="{43AB9143-9ABA-478F-91D0-EBCD5C2D98EA}">
      <dgm:prSet/>
      <dgm:spPr/>
      <dgm:t>
        <a:bodyPr/>
        <a:lstStyle/>
        <a:p>
          <a:r>
            <a:rPr lang="en-US" dirty="0"/>
            <a:t>Feedback is continuous</a:t>
          </a:r>
        </a:p>
      </dgm:t>
    </dgm:pt>
    <dgm:pt modelId="{3A9B9909-5CA7-417A-8237-9E5E7D160CE3}" type="parTrans" cxnId="{F2DC5D54-022F-47E9-8B7F-5E916F3405D1}">
      <dgm:prSet/>
      <dgm:spPr/>
      <dgm:t>
        <a:bodyPr/>
        <a:lstStyle/>
        <a:p>
          <a:endParaRPr lang="en-US"/>
        </a:p>
      </dgm:t>
    </dgm:pt>
    <dgm:pt modelId="{6CDA079D-EE17-4E6E-A7DF-48C2F99F72D3}" type="sibTrans" cxnId="{F2DC5D54-022F-47E9-8B7F-5E916F3405D1}">
      <dgm:prSet/>
      <dgm:spPr/>
      <dgm:t>
        <a:bodyPr/>
        <a:lstStyle/>
        <a:p>
          <a:endParaRPr lang="en-US"/>
        </a:p>
      </dgm:t>
    </dgm:pt>
    <dgm:pt modelId="{DB0D5BCE-24E7-4026-8A91-51AC970147FA}">
      <dgm:prSet phldrT="[Text]"/>
      <dgm:spPr/>
      <dgm:t>
        <a:bodyPr/>
        <a:lstStyle/>
        <a:p>
          <a:r>
            <a:rPr lang="en-US" dirty="0"/>
            <a:t>Easy to pivot mid-project</a:t>
          </a:r>
        </a:p>
      </dgm:t>
    </dgm:pt>
    <dgm:pt modelId="{55002ABF-1506-43B6-94DA-8D126426308F}" type="parTrans" cxnId="{896B526C-D1BD-45A7-A9D8-77E94FB3924E}">
      <dgm:prSet/>
      <dgm:spPr/>
      <dgm:t>
        <a:bodyPr/>
        <a:lstStyle/>
        <a:p>
          <a:endParaRPr lang="en-US"/>
        </a:p>
      </dgm:t>
    </dgm:pt>
    <dgm:pt modelId="{37E2ECA6-EE15-4549-B16E-E67C8AE9E8DD}" type="sibTrans" cxnId="{896B526C-D1BD-45A7-A9D8-77E94FB3924E}">
      <dgm:prSet/>
      <dgm:spPr/>
      <dgm:t>
        <a:bodyPr/>
        <a:lstStyle/>
        <a:p>
          <a:endParaRPr lang="en-US"/>
        </a:p>
      </dgm:t>
    </dgm:pt>
    <dgm:pt modelId="{BEF1B666-4F23-4284-A07E-1FC2B219E250}" type="pres">
      <dgm:prSet presAssocID="{DA0CE6C8-699C-45E9-8717-E91B5DA5EBAE}" presName="cycle" presStyleCnt="0">
        <dgm:presLayoutVars>
          <dgm:dir/>
          <dgm:resizeHandles val="exact"/>
        </dgm:presLayoutVars>
      </dgm:prSet>
      <dgm:spPr/>
    </dgm:pt>
    <dgm:pt modelId="{B05AD8A7-0B11-4AEA-97B1-4BAFC4F4B748}" type="pres">
      <dgm:prSet presAssocID="{279DF48C-1ECD-495A-A608-8D7971C9FA58}" presName="node" presStyleLbl="node1" presStyleIdx="0" presStyleCnt="3">
        <dgm:presLayoutVars>
          <dgm:bulletEnabled val="1"/>
        </dgm:presLayoutVars>
      </dgm:prSet>
      <dgm:spPr/>
    </dgm:pt>
    <dgm:pt modelId="{02980F6F-749F-4972-8120-677D65DC81FB}" type="pres">
      <dgm:prSet presAssocID="{4E9C2D38-5DE6-407F-9BA2-1E81C8534AD6}" presName="sibTrans" presStyleLbl="sibTrans2D1" presStyleIdx="0" presStyleCnt="3"/>
      <dgm:spPr/>
    </dgm:pt>
    <dgm:pt modelId="{4EF167C1-832A-4AD1-A69A-9960C9756FAB}" type="pres">
      <dgm:prSet presAssocID="{4E9C2D38-5DE6-407F-9BA2-1E81C8534AD6}" presName="connectorText" presStyleLbl="sibTrans2D1" presStyleIdx="0" presStyleCnt="3"/>
      <dgm:spPr/>
    </dgm:pt>
    <dgm:pt modelId="{C29ECC16-536F-4448-9AA3-65B8370A5410}" type="pres">
      <dgm:prSet presAssocID="{43AB9143-9ABA-478F-91D0-EBCD5C2D98EA}" presName="node" presStyleLbl="node1" presStyleIdx="1" presStyleCnt="3">
        <dgm:presLayoutVars>
          <dgm:bulletEnabled val="1"/>
        </dgm:presLayoutVars>
      </dgm:prSet>
      <dgm:spPr/>
    </dgm:pt>
    <dgm:pt modelId="{CD9283DB-994C-4670-9EF8-4473CC31A373}" type="pres">
      <dgm:prSet presAssocID="{6CDA079D-EE17-4E6E-A7DF-48C2F99F72D3}" presName="sibTrans" presStyleLbl="sibTrans2D1" presStyleIdx="1" presStyleCnt="3"/>
      <dgm:spPr/>
    </dgm:pt>
    <dgm:pt modelId="{1BCCA0DB-4D18-4BFA-A0E8-6ABA36947764}" type="pres">
      <dgm:prSet presAssocID="{6CDA079D-EE17-4E6E-A7DF-48C2F99F72D3}" presName="connectorText" presStyleLbl="sibTrans2D1" presStyleIdx="1" presStyleCnt="3"/>
      <dgm:spPr/>
    </dgm:pt>
    <dgm:pt modelId="{EFE52CBC-2D60-4FF7-940A-D32E94C7B1AA}" type="pres">
      <dgm:prSet presAssocID="{DB0D5BCE-24E7-4026-8A91-51AC970147FA}" presName="node" presStyleLbl="node1" presStyleIdx="2" presStyleCnt="3">
        <dgm:presLayoutVars>
          <dgm:bulletEnabled val="1"/>
        </dgm:presLayoutVars>
      </dgm:prSet>
      <dgm:spPr/>
    </dgm:pt>
    <dgm:pt modelId="{220B99FA-A8C1-4687-A3F0-1751338F18F2}" type="pres">
      <dgm:prSet presAssocID="{37E2ECA6-EE15-4549-B16E-E67C8AE9E8DD}" presName="sibTrans" presStyleLbl="sibTrans2D1" presStyleIdx="2" presStyleCnt="3"/>
      <dgm:spPr/>
    </dgm:pt>
    <dgm:pt modelId="{CABBB27C-4440-49EE-80F7-4E740812033B}" type="pres">
      <dgm:prSet presAssocID="{37E2ECA6-EE15-4549-B16E-E67C8AE9E8DD}" presName="connectorText" presStyleLbl="sibTrans2D1" presStyleIdx="2" presStyleCnt="3"/>
      <dgm:spPr/>
    </dgm:pt>
  </dgm:ptLst>
  <dgm:cxnLst>
    <dgm:cxn modelId="{3C05545C-F8B5-4B28-BB93-4ABC22D7CF43}" type="presOf" srcId="{4E9C2D38-5DE6-407F-9BA2-1E81C8534AD6}" destId="{4EF167C1-832A-4AD1-A69A-9960C9756FAB}" srcOrd="1" destOrd="0" presId="urn:microsoft.com/office/officeart/2005/8/layout/cycle2"/>
    <dgm:cxn modelId="{896B526C-D1BD-45A7-A9D8-77E94FB3924E}" srcId="{DA0CE6C8-699C-45E9-8717-E91B5DA5EBAE}" destId="{DB0D5BCE-24E7-4026-8A91-51AC970147FA}" srcOrd="2" destOrd="0" parTransId="{55002ABF-1506-43B6-94DA-8D126426308F}" sibTransId="{37E2ECA6-EE15-4549-B16E-E67C8AE9E8DD}"/>
    <dgm:cxn modelId="{E872C04E-47B8-4F5B-8E82-713843E8065F}" type="presOf" srcId="{6CDA079D-EE17-4E6E-A7DF-48C2F99F72D3}" destId="{CD9283DB-994C-4670-9EF8-4473CC31A373}" srcOrd="0" destOrd="0" presId="urn:microsoft.com/office/officeart/2005/8/layout/cycle2"/>
    <dgm:cxn modelId="{F2DC5D54-022F-47E9-8B7F-5E916F3405D1}" srcId="{DA0CE6C8-699C-45E9-8717-E91B5DA5EBAE}" destId="{43AB9143-9ABA-478F-91D0-EBCD5C2D98EA}" srcOrd="1" destOrd="0" parTransId="{3A9B9909-5CA7-417A-8237-9E5E7D160CE3}" sibTransId="{6CDA079D-EE17-4E6E-A7DF-48C2F99F72D3}"/>
    <dgm:cxn modelId="{DAE05692-5225-4356-8189-FD39664D01EF}" type="presOf" srcId="{279DF48C-1ECD-495A-A608-8D7971C9FA58}" destId="{B05AD8A7-0B11-4AEA-97B1-4BAFC4F4B748}" srcOrd="0" destOrd="0" presId="urn:microsoft.com/office/officeart/2005/8/layout/cycle2"/>
    <dgm:cxn modelId="{8C20B39A-2DD8-48C4-9AD2-9E551AAD02D4}" type="presOf" srcId="{37E2ECA6-EE15-4549-B16E-E67C8AE9E8DD}" destId="{220B99FA-A8C1-4687-A3F0-1751338F18F2}" srcOrd="0" destOrd="0" presId="urn:microsoft.com/office/officeart/2005/8/layout/cycle2"/>
    <dgm:cxn modelId="{0CC1F3AC-5E6D-415C-A279-B212DC072D5C}" type="presOf" srcId="{6CDA079D-EE17-4E6E-A7DF-48C2F99F72D3}" destId="{1BCCA0DB-4D18-4BFA-A0E8-6ABA36947764}" srcOrd="1" destOrd="0" presId="urn:microsoft.com/office/officeart/2005/8/layout/cycle2"/>
    <dgm:cxn modelId="{13F315AE-D7EC-445B-B170-780A4F1F14ED}" type="presOf" srcId="{43AB9143-9ABA-478F-91D0-EBCD5C2D98EA}" destId="{C29ECC16-536F-4448-9AA3-65B8370A5410}" srcOrd="0" destOrd="0" presId="urn:microsoft.com/office/officeart/2005/8/layout/cycle2"/>
    <dgm:cxn modelId="{576713C9-7E1E-4AD9-A5C5-765FA21ABF18}" type="presOf" srcId="{4E9C2D38-5DE6-407F-9BA2-1E81C8534AD6}" destId="{02980F6F-749F-4972-8120-677D65DC81FB}" srcOrd="0" destOrd="0" presId="urn:microsoft.com/office/officeart/2005/8/layout/cycle2"/>
    <dgm:cxn modelId="{F0FD45C9-9ADB-4BB6-84BC-985CF311641D}" type="presOf" srcId="{DA0CE6C8-699C-45E9-8717-E91B5DA5EBAE}" destId="{BEF1B666-4F23-4284-A07E-1FC2B219E250}" srcOrd="0" destOrd="0" presId="urn:microsoft.com/office/officeart/2005/8/layout/cycle2"/>
    <dgm:cxn modelId="{6D3AB8E6-E95B-4443-878F-56D0FA5FA363}" type="presOf" srcId="{DB0D5BCE-24E7-4026-8A91-51AC970147FA}" destId="{EFE52CBC-2D60-4FF7-940A-D32E94C7B1AA}" srcOrd="0" destOrd="0" presId="urn:microsoft.com/office/officeart/2005/8/layout/cycle2"/>
    <dgm:cxn modelId="{77ECDDEB-F4AB-426D-9920-B7A77C4702E0}" srcId="{DA0CE6C8-699C-45E9-8717-E91B5DA5EBAE}" destId="{279DF48C-1ECD-495A-A608-8D7971C9FA58}" srcOrd="0" destOrd="0" parTransId="{49692D57-8EA3-4CD0-A311-D408374B7BDE}" sibTransId="{4E9C2D38-5DE6-407F-9BA2-1E81C8534AD6}"/>
    <dgm:cxn modelId="{2A5E9EEE-87C9-4F35-94C7-DA76C6F0E4E2}" type="presOf" srcId="{37E2ECA6-EE15-4549-B16E-E67C8AE9E8DD}" destId="{CABBB27C-4440-49EE-80F7-4E740812033B}" srcOrd="1" destOrd="0" presId="urn:microsoft.com/office/officeart/2005/8/layout/cycle2"/>
    <dgm:cxn modelId="{D004EAB4-E9DA-4A77-9C43-16AD419FDAE9}" type="presParOf" srcId="{BEF1B666-4F23-4284-A07E-1FC2B219E250}" destId="{B05AD8A7-0B11-4AEA-97B1-4BAFC4F4B748}" srcOrd="0" destOrd="0" presId="urn:microsoft.com/office/officeart/2005/8/layout/cycle2"/>
    <dgm:cxn modelId="{38C3BF07-17B7-4BBF-9074-95B3E4F5965C}" type="presParOf" srcId="{BEF1B666-4F23-4284-A07E-1FC2B219E250}" destId="{02980F6F-749F-4972-8120-677D65DC81FB}" srcOrd="1" destOrd="0" presId="urn:microsoft.com/office/officeart/2005/8/layout/cycle2"/>
    <dgm:cxn modelId="{76EA44C4-5508-4829-BE5E-08EB59B183F0}" type="presParOf" srcId="{02980F6F-749F-4972-8120-677D65DC81FB}" destId="{4EF167C1-832A-4AD1-A69A-9960C9756FAB}" srcOrd="0" destOrd="0" presId="urn:microsoft.com/office/officeart/2005/8/layout/cycle2"/>
    <dgm:cxn modelId="{57BB205A-DC32-4FBF-AAA1-BEDB7EEF4F7E}" type="presParOf" srcId="{BEF1B666-4F23-4284-A07E-1FC2B219E250}" destId="{C29ECC16-536F-4448-9AA3-65B8370A5410}" srcOrd="2" destOrd="0" presId="urn:microsoft.com/office/officeart/2005/8/layout/cycle2"/>
    <dgm:cxn modelId="{38DD7D20-61D5-4A06-8EFA-79EC57C254F7}" type="presParOf" srcId="{BEF1B666-4F23-4284-A07E-1FC2B219E250}" destId="{CD9283DB-994C-4670-9EF8-4473CC31A373}" srcOrd="3" destOrd="0" presId="urn:microsoft.com/office/officeart/2005/8/layout/cycle2"/>
    <dgm:cxn modelId="{2D6C9705-A967-48F9-82EC-D68EC14F9807}" type="presParOf" srcId="{CD9283DB-994C-4670-9EF8-4473CC31A373}" destId="{1BCCA0DB-4D18-4BFA-A0E8-6ABA36947764}" srcOrd="0" destOrd="0" presId="urn:microsoft.com/office/officeart/2005/8/layout/cycle2"/>
    <dgm:cxn modelId="{91045377-1FA2-47E7-9EDA-C992EAF31CF4}" type="presParOf" srcId="{BEF1B666-4F23-4284-A07E-1FC2B219E250}" destId="{EFE52CBC-2D60-4FF7-940A-D32E94C7B1AA}" srcOrd="4" destOrd="0" presId="urn:microsoft.com/office/officeart/2005/8/layout/cycle2"/>
    <dgm:cxn modelId="{A0D070EE-4B1C-4713-9CE4-0BF1822AFB1B}" type="presParOf" srcId="{BEF1B666-4F23-4284-A07E-1FC2B219E250}" destId="{220B99FA-A8C1-4687-A3F0-1751338F18F2}" srcOrd="5" destOrd="0" presId="urn:microsoft.com/office/officeart/2005/8/layout/cycle2"/>
    <dgm:cxn modelId="{F2AE6ED8-CA78-401F-A115-E5234D538296}" type="presParOf" srcId="{220B99FA-A8C1-4687-A3F0-1751338F18F2}" destId="{CABBB27C-4440-49EE-80F7-4E740812033B}" srcOrd="0" destOrd="0" presId="urn:microsoft.com/office/officeart/2005/8/layout/cycle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F6B2EB-FCAF-4972-8157-58D07441FA82}">
      <dsp:nvSpPr>
        <dsp:cNvPr id="0" name=""/>
        <dsp:cNvSpPr/>
      </dsp:nvSpPr>
      <dsp:spPr>
        <a:xfrm>
          <a:off x="3286992" y="-14616"/>
          <a:ext cx="2372556" cy="2372556"/>
        </a:xfrm>
        <a:prstGeom prst="circularArrow">
          <a:avLst>
            <a:gd name="adj1" fmla="val 5544"/>
            <a:gd name="adj2" fmla="val 330680"/>
            <a:gd name="adj3" fmla="val 13756027"/>
            <a:gd name="adj4" fmla="val 17398086"/>
            <a:gd name="adj5" fmla="val 575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7F3164-FA3A-4DEB-AF3E-D189C8AB7A96}">
      <dsp:nvSpPr>
        <dsp:cNvPr id="0" name=""/>
        <dsp:cNvSpPr/>
      </dsp:nvSpPr>
      <dsp:spPr>
        <a:xfrm>
          <a:off x="3913019" y="868"/>
          <a:ext cx="1120501" cy="5602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Plan</a:t>
          </a:r>
        </a:p>
      </dsp:txBody>
      <dsp:txXfrm>
        <a:off x="3940368" y="28217"/>
        <a:ext cx="1065803" cy="505552"/>
      </dsp:txXfrm>
    </dsp:sp>
    <dsp:sp modelId="{642E08D1-5023-4890-9951-6BFD472DAA5A}">
      <dsp:nvSpPr>
        <dsp:cNvPr id="0" name=""/>
        <dsp:cNvSpPr/>
      </dsp:nvSpPr>
      <dsp:spPr>
        <a:xfrm>
          <a:off x="4875252" y="699971"/>
          <a:ext cx="1120501" cy="5602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Build</a:t>
          </a:r>
        </a:p>
      </dsp:txBody>
      <dsp:txXfrm>
        <a:off x="4902601" y="727320"/>
        <a:ext cx="1065803" cy="505552"/>
      </dsp:txXfrm>
    </dsp:sp>
    <dsp:sp modelId="{CCA25DBB-6985-4C81-97FF-813D4F0CA128}">
      <dsp:nvSpPr>
        <dsp:cNvPr id="0" name=""/>
        <dsp:cNvSpPr/>
      </dsp:nvSpPr>
      <dsp:spPr>
        <a:xfrm>
          <a:off x="4507712" y="1831143"/>
          <a:ext cx="1120501" cy="5602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Test</a:t>
          </a:r>
        </a:p>
      </dsp:txBody>
      <dsp:txXfrm>
        <a:off x="4535061" y="1858492"/>
        <a:ext cx="1065803" cy="505552"/>
      </dsp:txXfrm>
    </dsp:sp>
    <dsp:sp modelId="{A69EE19C-ACAE-4474-A70A-0A401AAD0245}">
      <dsp:nvSpPr>
        <dsp:cNvPr id="0" name=""/>
        <dsp:cNvSpPr/>
      </dsp:nvSpPr>
      <dsp:spPr>
        <a:xfrm>
          <a:off x="3318327" y="1831143"/>
          <a:ext cx="1120501" cy="5602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Review</a:t>
          </a:r>
        </a:p>
      </dsp:txBody>
      <dsp:txXfrm>
        <a:off x="3345676" y="1858492"/>
        <a:ext cx="1065803" cy="505552"/>
      </dsp:txXfrm>
    </dsp:sp>
    <dsp:sp modelId="{E9234E4F-4764-40C1-90E6-A7AE52DA53A1}">
      <dsp:nvSpPr>
        <dsp:cNvPr id="0" name=""/>
        <dsp:cNvSpPr/>
      </dsp:nvSpPr>
      <dsp:spPr>
        <a:xfrm>
          <a:off x="2950786" y="699971"/>
          <a:ext cx="1120501" cy="5602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Repeat</a:t>
          </a:r>
        </a:p>
      </dsp:txBody>
      <dsp:txXfrm>
        <a:off x="2978135" y="727320"/>
        <a:ext cx="1065803" cy="5055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976434-6285-4508-A9D6-D84DB57D66E5}">
      <dsp:nvSpPr>
        <dsp:cNvPr id="0" name=""/>
        <dsp:cNvSpPr/>
      </dsp:nvSpPr>
      <dsp:spPr>
        <a:xfrm rot="5400000">
          <a:off x="376749" y="1035981"/>
          <a:ext cx="923409" cy="1051269"/>
        </a:xfrm>
        <a:prstGeom prst="bentUpArrow">
          <a:avLst>
            <a:gd name="adj1" fmla="val 32840"/>
            <a:gd name="adj2" fmla="val 25000"/>
            <a:gd name="adj3" fmla="val 35780"/>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EB19FD-E498-4C0F-A42A-E1323B4C645D}">
      <dsp:nvSpPr>
        <dsp:cNvPr id="0" name=""/>
        <dsp:cNvSpPr/>
      </dsp:nvSpPr>
      <dsp:spPr>
        <a:xfrm>
          <a:off x="132102" y="12362"/>
          <a:ext cx="1554478" cy="1088084"/>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Linear </a:t>
          </a:r>
          <a:r>
            <a:rPr lang="en-US" sz="1900" kern="1200"/>
            <a:t>and rigid</a:t>
          </a:r>
          <a:endParaRPr lang="en-US" sz="1900" kern="1200" dirty="0"/>
        </a:p>
      </dsp:txBody>
      <dsp:txXfrm>
        <a:off x="185227" y="65487"/>
        <a:ext cx="1448228" cy="981834"/>
      </dsp:txXfrm>
    </dsp:sp>
    <dsp:sp modelId="{92CA26B0-7C2A-48F5-84D7-9786EE79BEC6}">
      <dsp:nvSpPr>
        <dsp:cNvPr id="0" name=""/>
        <dsp:cNvSpPr/>
      </dsp:nvSpPr>
      <dsp:spPr>
        <a:xfrm>
          <a:off x="1686580" y="116136"/>
          <a:ext cx="1130579" cy="879437"/>
        </a:xfrm>
        <a:prstGeom prst="rect">
          <a:avLst/>
        </a:prstGeom>
        <a:noFill/>
        <a:ln>
          <a:noFill/>
        </a:ln>
        <a:effectLst/>
      </dsp:spPr>
      <dsp:style>
        <a:lnRef idx="0">
          <a:scrgbClr r="0" g="0" b="0"/>
        </a:lnRef>
        <a:fillRef idx="0">
          <a:scrgbClr r="0" g="0" b="0"/>
        </a:fillRef>
        <a:effectRef idx="0">
          <a:scrgbClr r="0" g="0" b="0"/>
        </a:effectRef>
        <a:fontRef idx="minor"/>
      </dsp:style>
    </dsp:sp>
    <dsp:sp modelId="{CC2DA2B6-2ED8-4C02-8005-3EECA2A3AB0C}">
      <dsp:nvSpPr>
        <dsp:cNvPr id="0" name=""/>
        <dsp:cNvSpPr/>
      </dsp:nvSpPr>
      <dsp:spPr>
        <a:xfrm rot="5400000">
          <a:off x="1665577" y="2258258"/>
          <a:ext cx="923409" cy="1051269"/>
        </a:xfrm>
        <a:prstGeom prst="bentUpArrow">
          <a:avLst>
            <a:gd name="adj1" fmla="val 32840"/>
            <a:gd name="adj2" fmla="val 25000"/>
            <a:gd name="adj3" fmla="val 35780"/>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B942DD-3970-4F65-8F30-462F45A7FED5}">
      <dsp:nvSpPr>
        <dsp:cNvPr id="0" name=""/>
        <dsp:cNvSpPr/>
      </dsp:nvSpPr>
      <dsp:spPr>
        <a:xfrm>
          <a:off x="1420930" y="1234640"/>
          <a:ext cx="1554478" cy="1088084"/>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Feedback comes late</a:t>
          </a:r>
        </a:p>
      </dsp:txBody>
      <dsp:txXfrm>
        <a:off x="1474055" y="1287765"/>
        <a:ext cx="1448228" cy="981834"/>
      </dsp:txXfrm>
    </dsp:sp>
    <dsp:sp modelId="{3A470B66-B518-4633-960A-14AE956C41F3}">
      <dsp:nvSpPr>
        <dsp:cNvPr id="0" name=""/>
        <dsp:cNvSpPr/>
      </dsp:nvSpPr>
      <dsp:spPr>
        <a:xfrm>
          <a:off x="2975408" y="1338414"/>
          <a:ext cx="1130579" cy="879437"/>
        </a:xfrm>
        <a:prstGeom prst="rect">
          <a:avLst/>
        </a:prstGeom>
        <a:noFill/>
        <a:ln>
          <a:noFill/>
        </a:ln>
        <a:effectLst/>
      </dsp:spPr>
      <dsp:style>
        <a:lnRef idx="0">
          <a:scrgbClr r="0" g="0" b="0"/>
        </a:lnRef>
        <a:fillRef idx="0">
          <a:scrgbClr r="0" g="0" b="0"/>
        </a:fillRef>
        <a:effectRef idx="0">
          <a:scrgbClr r="0" g="0" b="0"/>
        </a:effectRef>
        <a:fontRef idx="minor"/>
      </dsp:style>
    </dsp:sp>
    <dsp:sp modelId="{54B7FCCC-5E99-4060-A0F6-D3C9FBF7464F}">
      <dsp:nvSpPr>
        <dsp:cNvPr id="0" name=""/>
        <dsp:cNvSpPr/>
      </dsp:nvSpPr>
      <dsp:spPr>
        <a:xfrm>
          <a:off x="2709758" y="2456918"/>
          <a:ext cx="1554478" cy="1088084"/>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Hard to adapt to change</a:t>
          </a:r>
        </a:p>
      </dsp:txBody>
      <dsp:txXfrm>
        <a:off x="2762883" y="2510043"/>
        <a:ext cx="1448228" cy="9818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AD8A7-0B11-4AEA-97B1-4BAFC4F4B748}">
      <dsp:nvSpPr>
        <dsp:cNvPr id="0" name=""/>
        <dsp:cNvSpPr/>
      </dsp:nvSpPr>
      <dsp:spPr>
        <a:xfrm>
          <a:off x="2887265" y="808"/>
          <a:ext cx="2353468" cy="2353468"/>
        </a:xfrm>
        <a:prstGeom prst="ellipse">
          <a:avLst/>
        </a:prstGeom>
        <a:solidFill>
          <a:schemeClr val="accent1">
            <a:hueOff val="0"/>
            <a:satOff val="0"/>
            <a:lumOff val="0"/>
            <a:alphaOff val="0"/>
          </a:schemeClr>
        </a:solidFill>
        <a:ln>
          <a:noFill/>
        </a:ln>
        <a:effectLst>
          <a:outerShdw blurRad="38100" dist="25400" dir="5400000" rotWithShape="0">
            <a:srgbClr val="000000">
              <a:alpha val="4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Iterative and flexible</a:t>
          </a:r>
        </a:p>
      </dsp:txBody>
      <dsp:txXfrm>
        <a:off x="3231922" y="345465"/>
        <a:ext cx="1664154" cy="1664154"/>
      </dsp:txXfrm>
    </dsp:sp>
    <dsp:sp modelId="{02980F6F-749F-4972-8120-677D65DC81FB}">
      <dsp:nvSpPr>
        <dsp:cNvPr id="0" name=""/>
        <dsp:cNvSpPr/>
      </dsp:nvSpPr>
      <dsp:spPr>
        <a:xfrm rot="3600000">
          <a:off x="4625726" y="2296804"/>
          <a:ext cx="627546" cy="794295"/>
        </a:xfrm>
        <a:prstGeom prst="rightArrow">
          <a:avLst>
            <a:gd name="adj1" fmla="val 60000"/>
            <a:gd name="adj2" fmla="val 50000"/>
          </a:avLst>
        </a:prstGeom>
        <a:solidFill>
          <a:schemeClr val="accent1">
            <a:tint val="60000"/>
            <a:hueOff val="0"/>
            <a:satOff val="0"/>
            <a:lumOff val="0"/>
            <a:alphaOff val="0"/>
          </a:schemeClr>
        </a:solidFill>
        <a:ln>
          <a:noFill/>
        </a:ln>
        <a:effectLst>
          <a:outerShdw blurRad="38100" dist="25400" dir="5400000" rotWithShape="0">
            <a:srgbClr val="000000">
              <a:alpha val="45000"/>
            </a:srgbClr>
          </a:outerShdw>
        </a:effectLst>
        <a:sp3d z="-600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672792" y="2374142"/>
        <a:ext cx="439282" cy="476577"/>
      </dsp:txXfrm>
    </dsp:sp>
    <dsp:sp modelId="{C29ECC16-536F-4448-9AA3-65B8370A5410}">
      <dsp:nvSpPr>
        <dsp:cNvPr id="0" name=""/>
        <dsp:cNvSpPr/>
      </dsp:nvSpPr>
      <dsp:spPr>
        <a:xfrm>
          <a:off x="4656025" y="3064390"/>
          <a:ext cx="2353468" cy="2353468"/>
        </a:xfrm>
        <a:prstGeom prst="ellipse">
          <a:avLst/>
        </a:prstGeom>
        <a:solidFill>
          <a:schemeClr val="accent1">
            <a:hueOff val="0"/>
            <a:satOff val="0"/>
            <a:lumOff val="0"/>
            <a:alphaOff val="0"/>
          </a:schemeClr>
        </a:solidFill>
        <a:ln>
          <a:noFill/>
        </a:ln>
        <a:effectLst>
          <a:outerShdw blurRad="38100" dist="25400" dir="5400000" rotWithShape="0">
            <a:srgbClr val="000000">
              <a:alpha val="4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Feedback is continuous</a:t>
          </a:r>
        </a:p>
      </dsp:txBody>
      <dsp:txXfrm>
        <a:off x="5000682" y="3409047"/>
        <a:ext cx="1664154" cy="1664154"/>
      </dsp:txXfrm>
    </dsp:sp>
    <dsp:sp modelId="{CD9283DB-994C-4670-9EF8-4473CC31A373}">
      <dsp:nvSpPr>
        <dsp:cNvPr id="0" name=""/>
        <dsp:cNvSpPr/>
      </dsp:nvSpPr>
      <dsp:spPr>
        <a:xfrm rot="10800000">
          <a:off x="3767987" y="3843976"/>
          <a:ext cx="627546" cy="794295"/>
        </a:xfrm>
        <a:prstGeom prst="rightArrow">
          <a:avLst>
            <a:gd name="adj1" fmla="val 60000"/>
            <a:gd name="adj2" fmla="val 50000"/>
          </a:avLst>
        </a:prstGeom>
        <a:solidFill>
          <a:schemeClr val="accent1">
            <a:tint val="60000"/>
            <a:hueOff val="0"/>
            <a:satOff val="0"/>
            <a:lumOff val="0"/>
            <a:alphaOff val="0"/>
          </a:schemeClr>
        </a:solidFill>
        <a:ln>
          <a:noFill/>
        </a:ln>
        <a:effectLst>
          <a:outerShdw blurRad="38100" dist="25400" dir="5400000" rotWithShape="0">
            <a:srgbClr val="000000">
              <a:alpha val="45000"/>
            </a:srgbClr>
          </a:outerShdw>
        </a:effectLst>
        <a:sp3d z="-600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3956251" y="4002835"/>
        <a:ext cx="439282" cy="476577"/>
      </dsp:txXfrm>
    </dsp:sp>
    <dsp:sp modelId="{EFE52CBC-2D60-4FF7-940A-D32E94C7B1AA}">
      <dsp:nvSpPr>
        <dsp:cNvPr id="0" name=""/>
        <dsp:cNvSpPr/>
      </dsp:nvSpPr>
      <dsp:spPr>
        <a:xfrm>
          <a:off x="1118505" y="3064390"/>
          <a:ext cx="2353468" cy="2353468"/>
        </a:xfrm>
        <a:prstGeom prst="ellipse">
          <a:avLst/>
        </a:prstGeom>
        <a:solidFill>
          <a:schemeClr val="accent1">
            <a:hueOff val="0"/>
            <a:satOff val="0"/>
            <a:lumOff val="0"/>
            <a:alphaOff val="0"/>
          </a:schemeClr>
        </a:solidFill>
        <a:ln>
          <a:noFill/>
        </a:ln>
        <a:effectLst>
          <a:outerShdw blurRad="38100" dist="25400" dir="5400000" rotWithShape="0">
            <a:srgbClr val="000000">
              <a:alpha val="4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Easy to pivot mid-project</a:t>
          </a:r>
        </a:p>
      </dsp:txBody>
      <dsp:txXfrm>
        <a:off x="1463162" y="3409047"/>
        <a:ext cx="1664154" cy="1664154"/>
      </dsp:txXfrm>
    </dsp:sp>
    <dsp:sp modelId="{220B99FA-A8C1-4687-A3F0-1751338F18F2}">
      <dsp:nvSpPr>
        <dsp:cNvPr id="0" name=""/>
        <dsp:cNvSpPr/>
      </dsp:nvSpPr>
      <dsp:spPr>
        <a:xfrm rot="18000000">
          <a:off x="2856966" y="2327566"/>
          <a:ext cx="627546" cy="794295"/>
        </a:xfrm>
        <a:prstGeom prst="rightArrow">
          <a:avLst>
            <a:gd name="adj1" fmla="val 60000"/>
            <a:gd name="adj2" fmla="val 50000"/>
          </a:avLst>
        </a:prstGeom>
        <a:solidFill>
          <a:schemeClr val="accent1">
            <a:tint val="60000"/>
            <a:hueOff val="0"/>
            <a:satOff val="0"/>
            <a:lumOff val="0"/>
            <a:alphaOff val="0"/>
          </a:schemeClr>
        </a:solidFill>
        <a:ln>
          <a:noFill/>
        </a:ln>
        <a:effectLst>
          <a:outerShdw blurRad="38100" dist="25400" dir="5400000" rotWithShape="0">
            <a:srgbClr val="000000">
              <a:alpha val="45000"/>
            </a:srgbClr>
          </a:outerShdw>
        </a:effectLst>
        <a:sp3d z="-600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904032" y="2567946"/>
        <a:ext cx="439282" cy="476577"/>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9/2/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D5B5E0-5717-42EE-AFBC-1A6FEF680E53}"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C1A327-ACA6-4C16-901B-A6FED4616874}" type="slidenum">
              <a:rPr lang="en-US" smtClean="0"/>
              <a:t>‹#›</a:t>
            </a:fld>
            <a:endParaRPr lang="en-US"/>
          </a:p>
        </p:txBody>
      </p:sp>
    </p:spTree>
    <p:extLst>
      <p:ext uri="{BB962C8B-B14F-4D97-AF65-F5344CB8AC3E}">
        <p14:creationId xmlns:p14="http://schemas.microsoft.com/office/powerpoint/2010/main" val="1511286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Agile, the SDLC isn’t a straight line — it’s a loop. We planned in sprints, built features in small chunks, tested continuously, and released updates incrementally. This helped us stay flexible and deliver value faster.”</a:t>
            </a:r>
          </a:p>
          <a:p>
            <a:endParaRPr lang="en-US" dirty="0"/>
          </a:p>
        </p:txBody>
      </p:sp>
      <p:sp>
        <p:nvSpPr>
          <p:cNvPr id="4" name="Slide Number Placeholder 3"/>
          <p:cNvSpPr>
            <a:spLocks noGrp="1"/>
          </p:cNvSpPr>
          <p:nvPr>
            <p:ph type="sldNum" sz="quarter" idx="5"/>
          </p:nvPr>
        </p:nvSpPr>
        <p:spPr/>
        <p:txBody>
          <a:bodyPr/>
          <a:lstStyle/>
          <a:p>
            <a:fld id="{94C1A327-ACA6-4C16-901B-A6FED4616874}" type="slidenum">
              <a:rPr lang="en-US" smtClean="0"/>
              <a:t>3</a:t>
            </a:fld>
            <a:endParaRPr lang="en-US"/>
          </a:p>
        </p:txBody>
      </p:sp>
    </p:spTree>
    <p:extLst>
      <p:ext uri="{BB962C8B-B14F-4D97-AF65-F5344CB8AC3E}">
        <p14:creationId xmlns:p14="http://schemas.microsoft.com/office/powerpoint/2010/main" val="944500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“Waterfall follows a strict sequence, which makes it hard to adjust. Agile lets us adapt quickly and involve clients throughout. For SNHU Travel, Agile was clearly the better fit.”</a:t>
            </a:r>
          </a:p>
          <a:p>
            <a:endParaRPr lang="en-US" dirty="0"/>
          </a:p>
        </p:txBody>
      </p:sp>
      <p:sp>
        <p:nvSpPr>
          <p:cNvPr id="4" name="Slide Number Placeholder 3"/>
          <p:cNvSpPr>
            <a:spLocks noGrp="1"/>
          </p:cNvSpPr>
          <p:nvPr>
            <p:ph type="sldNum" sz="quarter" idx="5"/>
          </p:nvPr>
        </p:nvSpPr>
        <p:spPr/>
        <p:txBody>
          <a:bodyPr/>
          <a:lstStyle/>
          <a:p>
            <a:fld id="{94C1A327-ACA6-4C16-901B-A6FED4616874}" type="slidenum">
              <a:rPr lang="en-US" smtClean="0"/>
              <a:t>4</a:t>
            </a:fld>
            <a:endParaRPr lang="en-US"/>
          </a:p>
        </p:txBody>
      </p:sp>
    </p:spTree>
    <p:extLst>
      <p:ext uri="{BB962C8B-B14F-4D97-AF65-F5344CB8AC3E}">
        <p14:creationId xmlns:p14="http://schemas.microsoft.com/office/powerpoint/2010/main" val="2711560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between Agile and Waterfall depends on the project. Agile works well when things change often and clients are involved. Waterfall is better for fixed plans. For this project, Agile helped us stay responsive and collaborative.”</a:t>
            </a:r>
          </a:p>
        </p:txBody>
      </p:sp>
      <p:sp>
        <p:nvSpPr>
          <p:cNvPr id="4" name="Slide Number Placeholder 3"/>
          <p:cNvSpPr>
            <a:spLocks noGrp="1"/>
          </p:cNvSpPr>
          <p:nvPr>
            <p:ph type="sldNum" sz="quarter" idx="5"/>
          </p:nvPr>
        </p:nvSpPr>
        <p:spPr/>
        <p:txBody>
          <a:bodyPr/>
          <a:lstStyle/>
          <a:p>
            <a:fld id="{94C1A327-ACA6-4C16-901B-A6FED4616874}" type="slidenum">
              <a:rPr lang="en-US" smtClean="0"/>
              <a:t>5</a:t>
            </a:fld>
            <a:endParaRPr lang="en-US"/>
          </a:p>
        </p:txBody>
      </p:sp>
    </p:spTree>
    <p:extLst>
      <p:ext uri="{BB962C8B-B14F-4D97-AF65-F5344CB8AC3E}">
        <p14:creationId xmlns:p14="http://schemas.microsoft.com/office/powerpoint/2010/main" val="1403785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sources helped support my comparison of Agile and Waterfall. They include recent academic and industry research.”</a:t>
            </a:r>
          </a:p>
          <a:p>
            <a:endParaRPr lang="en-US" dirty="0"/>
          </a:p>
        </p:txBody>
      </p:sp>
      <p:sp>
        <p:nvSpPr>
          <p:cNvPr id="4" name="Slide Number Placeholder 3"/>
          <p:cNvSpPr>
            <a:spLocks noGrp="1"/>
          </p:cNvSpPr>
          <p:nvPr>
            <p:ph type="sldNum" sz="quarter" idx="5"/>
          </p:nvPr>
        </p:nvSpPr>
        <p:spPr/>
        <p:txBody>
          <a:bodyPr/>
          <a:lstStyle/>
          <a:p>
            <a:fld id="{94C1A327-ACA6-4C16-901B-A6FED4616874}" type="slidenum">
              <a:rPr lang="en-US" smtClean="0"/>
              <a:t>6</a:t>
            </a:fld>
            <a:endParaRPr lang="en-US"/>
          </a:p>
        </p:txBody>
      </p:sp>
    </p:spTree>
    <p:extLst>
      <p:ext uri="{BB962C8B-B14F-4D97-AF65-F5344CB8AC3E}">
        <p14:creationId xmlns:p14="http://schemas.microsoft.com/office/powerpoint/2010/main" val="2289426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4030808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855850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2301307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2D9641-249C-4DCC-9209-F5D6EE398078}"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216313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2D9641-249C-4DCC-9209-F5D6EE398078}"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2311584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3058108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2353668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1552842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2D9641-249C-4DCC-9209-F5D6EE398078}"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2849999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2D9641-249C-4DCC-9209-F5D6EE398078}"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375407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1207134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31960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3418536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409550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3228009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2578187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2D9641-249C-4DCC-9209-F5D6EE398078}"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5DF2F4-B155-48E2-89A0-E50448259C62}" type="slidenum">
              <a:rPr lang="en-US" smtClean="0"/>
              <a:t>‹#›</a:t>
            </a:fld>
            <a:endParaRPr lang="en-US"/>
          </a:p>
        </p:txBody>
      </p:sp>
    </p:spTree>
    <p:extLst>
      <p:ext uri="{BB962C8B-B14F-4D97-AF65-F5344CB8AC3E}">
        <p14:creationId xmlns:p14="http://schemas.microsoft.com/office/powerpoint/2010/main" val="13831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92D9641-249C-4DCC-9209-F5D6EE398078}" type="datetimeFigureOut">
              <a:rPr lang="en-US" smtClean="0"/>
              <a:t>12/8/2025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E5DF2F4-B155-48E2-89A0-E50448259C62}" type="slidenum">
              <a:rPr lang="en-US" smtClean="0"/>
              <a:t>‹#›</a:t>
            </a:fld>
            <a:endParaRPr lang="en-US"/>
          </a:p>
        </p:txBody>
      </p:sp>
    </p:spTree>
    <p:extLst>
      <p:ext uri="{BB962C8B-B14F-4D97-AF65-F5344CB8AC3E}">
        <p14:creationId xmlns:p14="http://schemas.microsoft.com/office/powerpoint/2010/main" val="191809066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hyperlink" Target="https://iacis.org/iis/2021/3_iis_2021_298-316.pd"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EBC02-8E02-5D7C-111F-7430096FBB8E}"/>
              </a:ext>
            </a:extLst>
          </p:cNvPr>
          <p:cNvSpPr>
            <a:spLocks noGrp="1"/>
          </p:cNvSpPr>
          <p:nvPr>
            <p:ph type="ctrTitle"/>
          </p:nvPr>
        </p:nvSpPr>
        <p:spPr/>
        <p:txBody>
          <a:bodyPr/>
          <a:lstStyle/>
          <a:p>
            <a:r>
              <a:rPr lang="en-US" dirty="0"/>
              <a:t>Agile vs. Waterfall: Lessons from the SNHU Travel Project</a:t>
            </a:r>
          </a:p>
        </p:txBody>
      </p:sp>
      <p:sp>
        <p:nvSpPr>
          <p:cNvPr id="3" name="Subtitle 2">
            <a:extLst>
              <a:ext uri="{FF2B5EF4-FFF2-40B4-BE49-F238E27FC236}">
                <a16:creationId xmlns:a16="http://schemas.microsoft.com/office/drawing/2014/main" id="{2C2D161B-FEC1-8DA4-FE77-D0ECF4D14F7B}"/>
              </a:ext>
            </a:extLst>
          </p:cNvPr>
          <p:cNvSpPr>
            <a:spLocks noGrp="1"/>
          </p:cNvSpPr>
          <p:nvPr>
            <p:ph type="subTitle" idx="1"/>
          </p:nvPr>
        </p:nvSpPr>
        <p:spPr/>
        <p:txBody>
          <a:bodyPr>
            <a:normAutofit/>
          </a:bodyPr>
          <a:lstStyle/>
          <a:p>
            <a:r>
              <a:rPr lang="en-US" sz="2400" dirty="0">
                <a:latin typeface="Times New Roman" panose="02020603050405020304" pitchFamily="18" charset="0"/>
                <a:cs typeface="Times New Roman" panose="02020603050405020304" pitchFamily="18" charset="0"/>
              </a:rPr>
              <a:t>Sprint Review and Retrospective</a:t>
            </a:r>
          </a:p>
        </p:txBody>
      </p:sp>
    </p:spTree>
    <p:extLst>
      <p:ext uri="{BB962C8B-B14F-4D97-AF65-F5344CB8AC3E}">
        <p14:creationId xmlns:p14="http://schemas.microsoft.com/office/powerpoint/2010/main" val="2717132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7A05-3DF9-20D6-CCAB-B874AF0E8E77}"/>
              </a:ext>
            </a:extLst>
          </p:cNvPr>
          <p:cNvSpPr>
            <a:spLocks noGrp="1"/>
          </p:cNvSpPr>
          <p:nvPr>
            <p:ph type="title"/>
          </p:nvPr>
        </p:nvSpPr>
        <p:spPr/>
        <p:txBody>
          <a:bodyPr/>
          <a:lstStyle/>
          <a:p>
            <a:r>
              <a:rPr lang="en-US" dirty="0"/>
              <a:t> Scrum Roles</a:t>
            </a:r>
          </a:p>
        </p:txBody>
      </p:sp>
      <p:sp>
        <p:nvSpPr>
          <p:cNvPr id="3" name="Content Placeholder 2">
            <a:extLst>
              <a:ext uri="{FF2B5EF4-FFF2-40B4-BE49-F238E27FC236}">
                <a16:creationId xmlns:a16="http://schemas.microsoft.com/office/drawing/2014/main" id="{B4619EF9-1942-0FC6-FF87-CC93B493FE20}"/>
              </a:ext>
            </a:extLst>
          </p:cNvPr>
          <p:cNvSpPr>
            <a:spLocks noGrp="1"/>
          </p:cNvSpPr>
          <p:nvPr>
            <p:ph idx="1"/>
          </p:nvPr>
        </p:nvSpPr>
        <p:spPr/>
        <p:txBody>
          <a:bodyPr/>
          <a:lstStyle/>
          <a:p>
            <a:r>
              <a:rPr lang="en-US" dirty="0"/>
              <a:t>Product Owner: Sets vision, prioritizes backlog, aligns with client needs</a:t>
            </a:r>
          </a:p>
          <a:p>
            <a:r>
              <a:rPr lang="en-US" dirty="0"/>
              <a:t>Scrum Master: Facilitates meetings, removes blockers, supports Agile principles</a:t>
            </a:r>
          </a:p>
          <a:p>
            <a:r>
              <a:rPr lang="en-US" dirty="0"/>
              <a:t>Development Team: Designs, codes, tests, delivers working software</a:t>
            </a:r>
          </a:p>
        </p:txBody>
      </p:sp>
      <p:pic>
        <p:nvPicPr>
          <p:cNvPr id="5" name="Graphic 4" descr="Lightbulb with solid fill">
            <a:extLst>
              <a:ext uri="{FF2B5EF4-FFF2-40B4-BE49-F238E27FC236}">
                <a16:creationId xmlns:a16="http://schemas.microsoft.com/office/drawing/2014/main" id="{AB5DAFD3-E5FD-39DD-1D59-D5EAC2B4EE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02529" y="5007078"/>
            <a:ext cx="914400" cy="914400"/>
          </a:xfrm>
          <a:prstGeom prst="rect">
            <a:avLst/>
          </a:prstGeom>
        </p:spPr>
      </p:pic>
    </p:spTree>
    <p:extLst>
      <p:ext uri="{BB962C8B-B14F-4D97-AF65-F5344CB8AC3E}">
        <p14:creationId xmlns:p14="http://schemas.microsoft.com/office/powerpoint/2010/main" val="185698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08D9-6D49-BF50-1FAA-6F3221AE6DE0}"/>
              </a:ext>
            </a:extLst>
          </p:cNvPr>
          <p:cNvSpPr>
            <a:spLocks noGrp="1"/>
          </p:cNvSpPr>
          <p:nvPr>
            <p:ph type="title"/>
          </p:nvPr>
        </p:nvSpPr>
        <p:spPr/>
        <p:txBody>
          <a:bodyPr/>
          <a:lstStyle/>
          <a:p>
            <a:r>
              <a:rPr lang="en-US" dirty="0"/>
              <a:t>SDLC in Agile</a:t>
            </a:r>
            <a:br>
              <a:rPr lang="en-US" dirty="0"/>
            </a:br>
            <a:endParaRPr lang="en-US" dirty="0"/>
          </a:p>
        </p:txBody>
      </p:sp>
      <p:sp>
        <p:nvSpPr>
          <p:cNvPr id="3" name="Content Placeholder 2">
            <a:extLst>
              <a:ext uri="{FF2B5EF4-FFF2-40B4-BE49-F238E27FC236}">
                <a16:creationId xmlns:a16="http://schemas.microsoft.com/office/drawing/2014/main" id="{D544DED5-C920-F56A-0CFC-915EE3A5EC0E}"/>
              </a:ext>
            </a:extLst>
          </p:cNvPr>
          <p:cNvSpPr>
            <a:spLocks noGrp="1"/>
          </p:cNvSpPr>
          <p:nvPr>
            <p:ph idx="1"/>
          </p:nvPr>
        </p:nvSpPr>
        <p:spPr/>
        <p:txBody>
          <a:bodyPr/>
          <a:lstStyle/>
          <a:p>
            <a:r>
              <a:rPr lang="en-US" dirty="0"/>
              <a:t>Planning: Sprint planning and backlog refinement</a:t>
            </a:r>
          </a:p>
          <a:p>
            <a:r>
              <a:rPr lang="en-US" dirty="0"/>
              <a:t>Design &amp; Implementation: Iterative development through user stories</a:t>
            </a:r>
          </a:p>
          <a:p>
            <a:r>
              <a:rPr lang="en-US" dirty="0"/>
              <a:t>Testing: Continuous QA and feedback</a:t>
            </a:r>
          </a:p>
          <a:p>
            <a:r>
              <a:rPr lang="en-US" dirty="0"/>
              <a:t>Deployment &amp; Maintenance: Incremental releases and updates</a:t>
            </a:r>
          </a:p>
        </p:txBody>
      </p:sp>
      <p:graphicFrame>
        <p:nvGraphicFramePr>
          <p:cNvPr id="4" name="Diagram 3">
            <a:extLst>
              <a:ext uri="{FF2B5EF4-FFF2-40B4-BE49-F238E27FC236}">
                <a16:creationId xmlns:a16="http://schemas.microsoft.com/office/drawing/2014/main" id="{B1804C71-969F-5D39-56AD-70C84B57076C}"/>
              </a:ext>
            </a:extLst>
          </p:cNvPr>
          <p:cNvGraphicFramePr/>
          <p:nvPr>
            <p:extLst>
              <p:ext uri="{D42A27DB-BD31-4B8C-83A1-F6EECF244321}">
                <p14:modId xmlns:p14="http://schemas.microsoft.com/office/powerpoint/2010/main" val="3992571452"/>
              </p:ext>
            </p:extLst>
          </p:nvPr>
        </p:nvGraphicFramePr>
        <p:xfrm>
          <a:off x="1213459" y="4055806"/>
          <a:ext cx="8946541" cy="2392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5030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7D10B-BF7C-1BB2-D101-9B6188BAB7C6}"/>
              </a:ext>
            </a:extLst>
          </p:cNvPr>
          <p:cNvSpPr>
            <a:spLocks noGrp="1"/>
          </p:cNvSpPr>
          <p:nvPr>
            <p:ph type="title"/>
          </p:nvPr>
        </p:nvSpPr>
        <p:spPr/>
        <p:txBody>
          <a:bodyPr/>
          <a:lstStyle/>
          <a:p>
            <a:r>
              <a:rPr lang="en-US" dirty="0"/>
              <a:t>Waterfall vs. Agile</a:t>
            </a:r>
            <a:br>
              <a:rPr lang="en-US" dirty="0"/>
            </a:br>
            <a:endParaRPr lang="en-US" dirty="0"/>
          </a:p>
        </p:txBody>
      </p:sp>
      <p:sp>
        <p:nvSpPr>
          <p:cNvPr id="3" name="Content Placeholder 2">
            <a:extLst>
              <a:ext uri="{FF2B5EF4-FFF2-40B4-BE49-F238E27FC236}">
                <a16:creationId xmlns:a16="http://schemas.microsoft.com/office/drawing/2014/main" id="{C19104EE-D6BD-8462-3A9B-8FC6DD8788DE}"/>
              </a:ext>
            </a:extLst>
          </p:cNvPr>
          <p:cNvSpPr>
            <a:spLocks noGrp="1"/>
          </p:cNvSpPr>
          <p:nvPr>
            <p:ph sz="half" idx="1"/>
          </p:nvPr>
        </p:nvSpPr>
        <p:spPr>
          <a:xfrm>
            <a:off x="742494" y="2056092"/>
            <a:ext cx="4396339" cy="4195763"/>
          </a:xfrm>
        </p:spPr>
        <p:txBody>
          <a:bodyPr/>
          <a:lstStyle/>
          <a:p>
            <a:r>
              <a:rPr lang="en-US" sz="3200" dirty="0"/>
              <a:t>Waterfall</a:t>
            </a:r>
          </a:p>
          <a:p>
            <a:endParaRPr lang="en-US" dirty="0"/>
          </a:p>
          <a:p>
            <a:endParaRPr lang="en-US" dirty="0"/>
          </a:p>
        </p:txBody>
      </p:sp>
      <p:sp>
        <p:nvSpPr>
          <p:cNvPr id="4" name="Content Placeholder 3">
            <a:extLst>
              <a:ext uri="{FF2B5EF4-FFF2-40B4-BE49-F238E27FC236}">
                <a16:creationId xmlns:a16="http://schemas.microsoft.com/office/drawing/2014/main" id="{6B7DE3E5-F08D-F811-B860-EBA045941AE2}"/>
              </a:ext>
            </a:extLst>
          </p:cNvPr>
          <p:cNvSpPr>
            <a:spLocks noGrp="1"/>
          </p:cNvSpPr>
          <p:nvPr>
            <p:ph sz="half" idx="2"/>
          </p:nvPr>
        </p:nvSpPr>
        <p:spPr/>
        <p:txBody>
          <a:bodyPr/>
          <a:lstStyle/>
          <a:p>
            <a:r>
              <a:rPr lang="en-US" sz="3200" dirty="0"/>
              <a:t>Agile</a:t>
            </a:r>
          </a:p>
          <a:p>
            <a:endParaRPr lang="en-US" dirty="0"/>
          </a:p>
          <a:p>
            <a:endParaRPr lang="en-US" dirty="0"/>
          </a:p>
        </p:txBody>
      </p:sp>
      <p:graphicFrame>
        <p:nvGraphicFramePr>
          <p:cNvPr id="5" name="Diagram 4">
            <a:extLst>
              <a:ext uri="{FF2B5EF4-FFF2-40B4-BE49-F238E27FC236}">
                <a16:creationId xmlns:a16="http://schemas.microsoft.com/office/drawing/2014/main" id="{DF507BC1-3412-D3B5-9648-A9C93A0501A3}"/>
              </a:ext>
            </a:extLst>
          </p:cNvPr>
          <p:cNvGraphicFramePr/>
          <p:nvPr>
            <p:extLst>
              <p:ext uri="{D42A27DB-BD31-4B8C-83A1-F6EECF244321}">
                <p14:modId xmlns:p14="http://schemas.microsoft.com/office/powerpoint/2010/main" val="4109552687"/>
              </p:ext>
            </p:extLst>
          </p:nvPr>
        </p:nvGraphicFramePr>
        <p:xfrm>
          <a:off x="742494" y="2580968"/>
          <a:ext cx="4396339" cy="3557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8DABD3C9-DED7-77CC-D84D-7013926D4C03}"/>
              </a:ext>
            </a:extLst>
          </p:cNvPr>
          <p:cNvGraphicFramePr/>
          <p:nvPr>
            <p:extLst>
              <p:ext uri="{D42A27DB-BD31-4B8C-83A1-F6EECF244321}">
                <p14:modId xmlns:p14="http://schemas.microsoft.com/office/powerpoint/2010/main" val="3684354199"/>
              </p:ext>
            </p:extLst>
          </p:nvPr>
        </p:nvGraphicFramePr>
        <p:xfrm>
          <a:off x="5138833" y="719667"/>
          <a:ext cx="8128000"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35484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9E370-EE2C-FEC3-C967-29690785BD38}"/>
              </a:ext>
            </a:extLst>
          </p:cNvPr>
          <p:cNvSpPr>
            <a:spLocks noGrp="1"/>
          </p:cNvSpPr>
          <p:nvPr>
            <p:ph type="title"/>
          </p:nvPr>
        </p:nvSpPr>
        <p:spPr/>
        <p:txBody>
          <a:bodyPr/>
          <a:lstStyle/>
          <a:p>
            <a:r>
              <a:rPr lang="en-US" dirty="0"/>
              <a:t>Choosing Agile or Waterfall</a:t>
            </a:r>
            <a:br>
              <a:rPr lang="en-US" dirty="0"/>
            </a:br>
            <a:endParaRPr lang="en-US" dirty="0"/>
          </a:p>
        </p:txBody>
      </p:sp>
      <p:sp>
        <p:nvSpPr>
          <p:cNvPr id="3" name="Content Placeholder 2">
            <a:extLst>
              <a:ext uri="{FF2B5EF4-FFF2-40B4-BE49-F238E27FC236}">
                <a16:creationId xmlns:a16="http://schemas.microsoft.com/office/drawing/2014/main" id="{09A71C26-131A-E395-FD47-F16F0672FB2C}"/>
              </a:ext>
            </a:extLst>
          </p:cNvPr>
          <p:cNvSpPr>
            <a:spLocks noGrp="1"/>
          </p:cNvSpPr>
          <p:nvPr>
            <p:ph idx="1"/>
          </p:nvPr>
        </p:nvSpPr>
        <p:spPr/>
        <p:txBody>
          <a:bodyPr/>
          <a:lstStyle/>
          <a:p>
            <a:r>
              <a:rPr lang="en-US" dirty="0"/>
              <a:t>Project complexity</a:t>
            </a:r>
          </a:p>
          <a:p>
            <a:r>
              <a:rPr lang="en-US" dirty="0"/>
              <a:t>Client involvement</a:t>
            </a:r>
          </a:p>
          <a:p>
            <a:r>
              <a:rPr lang="en-US" dirty="0"/>
              <a:t>Flexibility vs. predictability</a:t>
            </a:r>
          </a:p>
          <a:p>
            <a:r>
              <a:rPr lang="en-US" dirty="0"/>
              <a:t>Risk tolerance and timeline</a:t>
            </a:r>
          </a:p>
          <a:p>
            <a:r>
              <a:rPr lang="en-US" dirty="0"/>
              <a:t>Conclusion: Agile worked best for SNHU Travel</a:t>
            </a:r>
          </a:p>
        </p:txBody>
      </p:sp>
      <p:pic>
        <p:nvPicPr>
          <p:cNvPr id="5" name="Graphic 4" descr="Scales of justice with solid fill">
            <a:extLst>
              <a:ext uri="{FF2B5EF4-FFF2-40B4-BE49-F238E27FC236}">
                <a16:creationId xmlns:a16="http://schemas.microsoft.com/office/drawing/2014/main" id="{F49D9DEE-3EA4-C743-503D-FD77DD96CC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59045" y="4247535"/>
            <a:ext cx="2890684" cy="2330245"/>
          </a:xfrm>
          <a:prstGeom prst="rect">
            <a:avLst/>
          </a:prstGeom>
        </p:spPr>
      </p:pic>
    </p:spTree>
    <p:extLst>
      <p:ext uri="{BB962C8B-B14F-4D97-AF65-F5344CB8AC3E}">
        <p14:creationId xmlns:p14="http://schemas.microsoft.com/office/powerpoint/2010/main" val="1638532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9C32D-525E-F7EE-6DB1-6A969C3AAAB6}"/>
              </a:ext>
            </a:extLst>
          </p:cNvPr>
          <p:cNvSpPr>
            <a:spLocks noGrp="1"/>
          </p:cNvSpPr>
          <p:nvPr>
            <p:ph type="title"/>
          </p:nvPr>
        </p:nvSpPr>
        <p:spPr/>
        <p:txBody>
          <a:bodyPr/>
          <a:lstStyle/>
          <a:p>
            <a:r>
              <a:rPr lang="en-US" dirty="0"/>
              <a:t> References</a:t>
            </a:r>
            <a:br>
              <a:rPr lang="en-US" dirty="0"/>
            </a:br>
            <a:endParaRPr lang="en-US" dirty="0"/>
          </a:p>
        </p:txBody>
      </p:sp>
      <p:sp>
        <p:nvSpPr>
          <p:cNvPr id="3" name="Content Placeholder 2">
            <a:extLst>
              <a:ext uri="{FF2B5EF4-FFF2-40B4-BE49-F238E27FC236}">
                <a16:creationId xmlns:a16="http://schemas.microsoft.com/office/drawing/2014/main" id="{AE17A485-6825-7EEB-3C67-C10BB1964681}"/>
              </a:ext>
            </a:extLst>
          </p:cNvPr>
          <p:cNvSpPr>
            <a:spLocks noGrp="1"/>
          </p:cNvSpPr>
          <p:nvPr>
            <p:ph idx="1"/>
          </p:nvPr>
        </p:nvSpPr>
        <p:spPr/>
        <p:txBody>
          <a:bodyPr/>
          <a:lstStyle/>
          <a:p>
            <a:pPr indent="-457200"/>
            <a:r>
              <a:rPr lang="en-US" dirty="0"/>
              <a:t>Behrens, A., et al. (2021). A systematic literature review: How agile is agile project management? Issues in Information Systems, 22(3), 298–316. </a:t>
            </a:r>
            <a:r>
              <a:rPr lang="en-US" dirty="0">
                <a:hlinkClick r:id="rId3"/>
              </a:rPr>
              <a:t>https://iacis.org/iis/2021/3_iis_2021_298-316.pd</a:t>
            </a:r>
            <a:r>
              <a:rPr lang="en-US" dirty="0"/>
              <a:t> </a:t>
            </a:r>
          </a:p>
          <a:p>
            <a:pPr indent="-457200"/>
            <a:r>
              <a:rPr lang="en-US" dirty="0" err="1"/>
              <a:t>Jagannadha</a:t>
            </a:r>
            <a:r>
              <a:rPr lang="en-US" dirty="0"/>
              <a:t> Rao, D. B., et al. (2025). A comparative analysis of software development models: Waterfall, Agile, and DevOps. Springer.</a:t>
            </a:r>
          </a:p>
          <a:p>
            <a:pPr indent="-457200"/>
            <a:r>
              <a:rPr lang="fr-FR" dirty="0" err="1"/>
              <a:t>EuropeanScrum</a:t>
            </a:r>
            <a:r>
              <a:rPr lang="fr-FR" dirty="0"/>
              <a:t>. (2025). Agile </a:t>
            </a:r>
            <a:r>
              <a:rPr lang="fr-FR" dirty="0" err="1"/>
              <a:t>methodologies</a:t>
            </a:r>
            <a:r>
              <a:rPr lang="fr-FR" dirty="0"/>
              <a:t> guide v1.0. EuropeanScrum.org.</a:t>
            </a:r>
          </a:p>
          <a:p>
            <a:pPr indent="-457200"/>
            <a:r>
              <a:rPr lang="en-US" dirty="0"/>
              <a:t>IJNRD. (2025). Agile vs. Waterfall: A comprehensive analysis of methodologies for software development. IJNRD, 10(1), 131–140.</a:t>
            </a:r>
          </a:p>
          <a:p>
            <a:endParaRPr lang="en-US" dirty="0"/>
          </a:p>
        </p:txBody>
      </p:sp>
    </p:spTree>
    <p:extLst>
      <p:ext uri="{BB962C8B-B14F-4D97-AF65-F5344CB8AC3E}">
        <p14:creationId xmlns:p14="http://schemas.microsoft.com/office/powerpoint/2010/main" val="35500554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47</TotalTime>
  <Words>410</Words>
  <Application>Microsoft Office PowerPoint</Application>
  <PresentationFormat>Widescreen</PresentationFormat>
  <Paragraphs>44</Paragraphs>
  <Slides>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Century Gothic</vt:lpstr>
      <vt:lpstr>Times New Roman</vt:lpstr>
      <vt:lpstr>Wingdings 3</vt:lpstr>
      <vt:lpstr>Ion</vt:lpstr>
      <vt:lpstr>Agile vs. Waterfall: Lessons from the SNHU Travel Project</vt:lpstr>
      <vt:lpstr> Scrum Roles</vt:lpstr>
      <vt:lpstr>SDLC in Agile </vt:lpstr>
      <vt:lpstr>Waterfall vs. Agile </vt:lpstr>
      <vt:lpstr>Choosing Agile or Waterfall </vt:lpstr>
      <vt:lpstr>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chetra burton</dc:creator>
  <cp:lastModifiedBy>chetra burton</cp:lastModifiedBy>
  <cp:revision>2</cp:revision>
  <dcterms:created xsi:type="dcterms:W3CDTF">2025-12-08T18:43:00Z</dcterms:created>
  <dcterms:modified xsi:type="dcterms:W3CDTF">2025-12-08T19:30:48Z</dcterms:modified>
</cp:coreProperties>
</file>